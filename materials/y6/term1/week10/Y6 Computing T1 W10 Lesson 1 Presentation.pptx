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95931d21bc4bb2" /><Relationship Type="http://schemas.openxmlformats.org/officeDocument/2006/relationships/extended-properties" Target="/docProps/app.xml" Id="R3dd95f93cb0d4ecd" /><Relationship Type="http://schemas.openxmlformats.org/officeDocument/2006/relationships/officeDocument" Target="/ppt/presentation.xml" Id="Rfce28920398f4a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043c90d2d24639"/>
  </p:sldMasterIdLst>
  <p:notesMasterIdLst>
    <p:notesMasterId xmlns:r="http://schemas.openxmlformats.org/officeDocument/2006/relationships" r:id="R0b9800bded29447c"/>
  </p:notesMasterIdLst>
  <p:sldIdLst>
    <p:sldId xmlns:r="http://schemas.openxmlformats.org/officeDocument/2006/relationships" id="256" r:id="R10d512eae4444e8b"/>
    <p:sldId xmlns:r="http://schemas.openxmlformats.org/officeDocument/2006/relationships" id="257" r:id="R88894124fda046df"/>
    <p:sldId xmlns:r="http://schemas.openxmlformats.org/officeDocument/2006/relationships" id="258" r:id="Re118e392ddb64303"/>
    <p:sldId xmlns:r="http://schemas.openxmlformats.org/officeDocument/2006/relationships" id="259" r:id="Rdd106a542e3643f7"/>
    <p:sldId xmlns:r="http://schemas.openxmlformats.org/officeDocument/2006/relationships" id="260" r:id="R66d10936feee45d5"/>
    <p:sldId xmlns:r="http://schemas.openxmlformats.org/officeDocument/2006/relationships" id="261" r:id="Reef1f92e78f94844"/>
    <p:sldId xmlns:r="http://schemas.openxmlformats.org/officeDocument/2006/relationships" id="262" r:id="R3d86ac8501814433"/>
    <p:sldId xmlns:r="http://schemas.openxmlformats.org/officeDocument/2006/relationships" id="263" r:id="R738b5afc50d54350"/>
    <p:sldId xmlns:r="http://schemas.openxmlformats.org/officeDocument/2006/relationships" id="264" r:id="R1e28e5c97018458c"/>
    <p:sldId xmlns:r="http://schemas.openxmlformats.org/officeDocument/2006/relationships" id="265" r:id="R8493dcc531bd4fa7"/>
    <p:sldId xmlns:r="http://schemas.openxmlformats.org/officeDocument/2006/relationships" id="266" r:id="Ra85516395e414c11"/>
    <p:sldId xmlns:r="http://schemas.openxmlformats.org/officeDocument/2006/relationships" id="267" r:id="Ra196dd2135d048a5"/>
    <p:sldId xmlns:r="http://schemas.openxmlformats.org/officeDocument/2006/relationships" id="268" r:id="R30fe9fa79f314e2c"/>
    <p:sldId xmlns:r="http://schemas.openxmlformats.org/officeDocument/2006/relationships" id="269" r:id="R0e3484f63b3b47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dab86f993949be" /><Relationship Type="http://schemas.openxmlformats.org/officeDocument/2006/relationships/slideMaster" Target="/ppt/slideMasters/slideMaster1.xml" Id="Re1043c90d2d24639" /><Relationship Type="http://schemas.openxmlformats.org/officeDocument/2006/relationships/notesMaster" Target="/ppt/notesMasters/notesMaster1.xml" Id="R0b9800bded29447c" /><Relationship Type="http://schemas.openxmlformats.org/officeDocument/2006/relationships/presProps" Target="/ppt/presProps.xml" Id="R1a8694d046204c13" /><Relationship Type="http://schemas.openxmlformats.org/officeDocument/2006/relationships/tableStyles" Target="/ppt/tableStyles.xml" Id="Rd2a03d3c6e5e4757" /><Relationship Type="http://schemas.openxmlformats.org/officeDocument/2006/relationships/slide" Target="/ppt/slides/slide1.xml" Id="R10d512eae4444e8b" /><Relationship Type="http://schemas.openxmlformats.org/officeDocument/2006/relationships/slide" Target="/ppt/slides/slide2.xml" Id="R88894124fda046df" /><Relationship Type="http://schemas.openxmlformats.org/officeDocument/2006/relationships/slide" Target="/ppt/slides/slide3.xml" Id="Re118e392ddb64303" /><Relationship Type="http://schemas.openxmlformats.org/officeDocument/2006/relationships/slide" Target="/ppt/slides/slide4.xml" Id="Rdd106a542e3643f7" /><Relationship Type="http://schemas.openxmlformats.org/officeDocument/2006/relationships/slide" Target="/ppt/slides/slide5.xml" Id="R66d10936feee45d5" /><Relationship Type="http://schemas.openxmlformats.org/officeDocument/2006/relationships/slide" Target="/ppt/slides/slide6.xml" Id="Reef1f92e78f94844" /><Relationship Type="http://schemas.openxmlformats.org/officeDocument/2006/relationships/slide" Target="/ppt/slides/slide7.xml" Id="R3d86ac8501814433" /><Relationship Type="http://schemas.openxmlformats.org/officeDocument/2006/relationships/slide" Target="/ppt/slides/slide8.xml" Id="R738b5afc50d54350" /><Relationship Type="http://schemas.openxmlformats.org/officeDocument/2006/relationships/slide" Target="/ppt/slides/slide9.xml" Id="R1e28e5c97018458c" /><Relationship Type="http://schemas.openxmlformats.org/officeDocument/2006/relationships/slide" Target="/ppt/slides/slide10.xml" Id="R8493dcc531bd4fa7" /><Relationship Type="http://schemas.openxmlformats.org/officeDocument/2006/relationships/slide" Target="/ppt/slides/slide11.xml" Id="Ra85516395e414c11" /><Relationship Type="http://schemas.openxmlformats.org/officeDocument/2006/relationships/slide" Target="/ppt/slides/slide12.xml" Id="Ra196dd2135d048a5" /><Relationship Type="http://schemas.openxmlformats.org/officeDocument/2006/relationships/slide" Target="/ppt/slides/slide13.xml" Id="R30fe9fa79f314e2c" /><Relationship Type="http://schemas.openxmlformats.org/officeDocument/2006/relationships/slide" Target="/ppt/slides/slide14.xml" Id="R0e3484f63b3b47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e75efbc5854e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60b85e6b0347a5" /><Relationship Type="http://schemas.openxmlformats.org/officeDocument/2006/relationships/notesMaster" Target="/ppt/notesMasters/notesMaster1.xml" Id="R02b4001bfe5f4b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93e4ba59234569" /><Relationship Type="http://schemas.openxmlformats.org/officeDocument/2006/relationships/notesMaster" Target="/ppt/notesMasters/notesMaster1.xml" Id="R0549b52fc19a43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fca2c9730f483c" /><Relationship Type="http://schemas.openxmlformats.org/officeDocument/2006/relationships/notesMaster" Target="/ppt/notesMasters/notesMaster1.xml" Id="Rc9aa5d51e4844e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641dd2a9934032" /><Relationship Type="http://schemas.openxmlformats.org/officeDocument/2006/relationships/notesMaster" Target="/ppt/notesMasters/notesMaster1.xml" Id="R8d2764bc7af940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dd7f64884d4c40" /><Relationship Type="http://schemas.openxmlformats.org/officeDocument/2006/relationships/notesMaster" Target="/ppt/notesMasters/notesMaster1.xml" Id="R10437a60755944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e305cde86b481e" /><Relationship Type="http://schemas.openxmlformats.org/officeDocument/2006/relationships/notesMaster" Target="/ppt/notesMasters/notesMaster1.xml" Id="R3e0b8acca31d48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60ca2cf68c4fd0" /><Relationship Type="http://schemas.openxmlformats.org/officeDocument/2006/relationships/notesMaster" Target="/ppt/notesMasters/notesMaster1.xml" Id="R187957454cd744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d81f1115f548c3" /><Relationship Type="http://schemas.openxmlformats.org/officeDocument/2006/relationships/notesMaster" Target="/ppt/notesMasters/notesMaster1.xml" Id="R112487c2d27b4c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1562e6daba4d99" /><Relationship Type="http://schemas.openxmlformats.org/officeDocument/2006/relationships/notesMaster" Target="/ppt/notesMasters/notesMaster1.xml" Id="Rdbee27afd75344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e545d8b19e4d83" /><Relationship Type="http://schemas.openxmlformats.org/officeDocument/2006/relationships/notesMaster" Target="/ppt/notesMasters/notesMaster1.xml" Id="Rc416980c775044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031e3c4f054ce6" /><Relationship Type="http://schemas.openxmlformats.org/officeDocument/2006/relationships/notesMaster" Target="/ppt/notesMasters/notesMaster1.xml" Id="R860ab4b60f8643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aa7c9f736d45c8" /><Relationship Type="http://schemas.openxmlformats.org/officeDocument/2006/relationships/notesMaster" Target="/ppt/notesMasters/notesMaster1.xml" Id="R424b2ec7a52546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82cc9b95884b3d" /><Relationship Type="http://schemas.openxmlformats.org/officeDocument/2006/relationships/notesMaster" Target="/ppt/notesMasters/notesMaster1.xml" Id="R596cd0b84f3c41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ea3e9542e84b67" /><Relationship Type="http://schemas.openxmlformats.org/officeDocument/2006/relationships/notesMaster" Target="/ppt/notesMasters/notesMaster1.xml" Id="R4805ee3ec8e845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21c20a20a243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b99bcbc294d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03f4d44b545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e81bcd89874c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bd5606e0841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01e20f548344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356193-B256-4A5E-AA0F-E960DFA16E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1F57F68-23A5-4B95-93A8-8E0FD51335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2E71A4-761E-40A5-A2F1-554514410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232394-C6AE-486D-9A39-54D0251456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46BA82-EB8D-4634-90C9-45C635A35C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F25335-39C1-4EF3-B98D-C98D75625C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D6BEB6-01F7-4AA1-84AE-BAA8752407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4A3FA2-D146-4386-873E-677C3C4ED9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FF5BD0-3183-494C-8472-EF5F956F53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0F8C11-507B-4269-854A-4942CC516E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2f70e752264c06" /><Relationship Type="http://schemas.openxmlformats.org/officeDocument/2006/relationships/slideLayout" Target="/ppt/slideLayouts/slideLayout1.xml" Id="R5c86cc59a9a54b36" /><Relationship Type="http://schemas.openxmlformats.org/officeDocument/2006/relationships/slideLayout" Target="/ppt/slideLayouts/slideLayout2.xml" Id="Ra0d966a5351d4286" /><Relationship Type="http://schemas.openxmlformats.org/officeDocument/2006/relationships/slideLayout" Target="/ppt/slideLayouts/slideLayout3.xml" Id="R86c17ffbeef8486e" /><Relationship Type="http://schemas.openxmlformats.org/officeDocument/2006/relationships/slideLayout" Target="/ppt/slideLayouts/slideLayout4.xml" Id="Ra47dde22bf2542a4" /><Relationship Type="http://schemas.openxmlformats.org/officeDocument/2006/relationships/slideLayout" Target="/ppt/slideLayouts/slideLayout5.xml" Id="R07a1758f490d4193" /><Relationship Type="http://schemas.openxmlformats.org/officeDocument/2006/relationships/slideLayout" Target="/ppt/slideLayouts/slideLayout6.xml" Id="R99192df2a01841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86cc59a9a54b36"/>
    <p:sldLayoutId xmlns:r="http://schemas.openxmlformats.org/officeDocument/2006/relationships" id="2147483650" r:id="Ra0d966a5351d4286"/>
    <p:sldLayoutId xmlns:r="http://schemas.openxmlformats.org/officeDocument/2006/relationships" id="2147483651" r:id="R86c17ffbeef8486e"/>
    <p:sldLayoutId xmlns:r="http://schemas.openxmlformats.org/officeDocument/2006/relationships" id="2147483652" r:id="Ra47dde22bf2542a4"/>
    <p:sldLayoutId xmlns:r="http://schemas.openxmlformats.org/officeDocument/2006/relationships" id="2147483653" r:id="R07a1758f490d4193"/>
    <p:sldLayoutId xmlns:r="http://schemas.openxmlformats.org/officeDocument/2006/relationships" id="2147483654" r:id="R99192df2a01841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2c006c3d14009" /><Relationship Type="http://schemas.openxmlformats.org/officeDocument/2006/relationships/image" Target="/ppt/media/image.jpeg" Id="R50bd6c67db544b8d" /><Relationship Type="http://schemas.openxmlformats.org/officeDocument/2006/relationships/notesSlide" Target="/ppt/notesSlides/notesSlide1.xml" Id="Rf710af9d6c4f46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8479c1e754f5c" /><Relationship Type="http://schemas.openxmlformats.org/officeDocument/2006/relationships/image" Target="/ppt/media/image2.jpeg" Id="Rd017067375c641f0" /><Relationship Type="http://schemas.openxmlformats.org/officeDocument/2006/relationships/notesSlide" Target="/ppt/notesSlides/notesSlide2.xml" Id="Re955fff6a61c45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5b1eef1704c6e" /><Relationship Type="http://schemas.openxmlformats.org/officeDocument/2006/relationships/image" Target="/ppt/media/image3.jpeg" Id="R4ff2038b159a4553" /><Relationship Type="http://schemas.openxmlformats.org/officeDocument/2006/relationships/notesSlide" Target="/ppt/notesSlides/notesSlide3.xml" Id="R49b4efb9236244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8e9a4e071d41e1" /><Relationship Type="http://schemas.openxmlformats.org/officeDocument/2006/relationships/image" Target="/ppt/media/image4.jpeg" Id="R7ebfdb3238024058" /><Relationship Type="http://schemas.openxmlformats.org/officeDocument/2006/relationships/notesSlide" Target="/ppt/notesSlides/notesSlide4.xml" Id="R76eaa1ddef8942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091ffd681848b8" /><Relationship Type="http://schemas.openxmlformats.org/officeDocument/2006/relationships/image" Target="/ppt/media/image5.jpeg" Id="Rdb6daf6ad488421e" /><Relationship Type="http://schemas.openxmlformats.org/officeDocument/2006/relationships/notesSlide" Target="/ppt/notesSlides/notesSlide5.xml" Id="R666ffb30c7124e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593388b03c4c6a" /><Relationship Type="http://schemas.openxmlformats.org/officeDocument/2006/relationships/image" Target="/ppt/media/image6.jpeg" Id="Rc0e513ca97c34428" /><Relationship Type="http://schemas.openxmlformats.org/officeDocument/2006/relationships/notesSlide" Target="/ppt/notesSlides/notesSlide6.xml" Id="R4a852e89f01244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3dd08dd8f241df" /><Relationship Type="http://schemas.openxmlformats.org/officeDocument/2006/relationships/image" Target="/ppt/media/image7.jpeg" Id="Rf3b29653a2a24700" /><Relationship Type="http://schemas.openxmlformats.org/officeDocument/2006/relationships/notesSlide" Target="/ppt/notesSlides/notesSlide7.xml" Id="Rd16f14bea2bc42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6dff4b0fc94362" /><Relationship Type="http://schemas.openxmlformats.org/officeDocument/2006/relationships/image" Target="/ppt/media/image8.jpeg" Id="Rf10fce3e12ce406d" /><Relationship Type="http://schemas.openxmlformats.org/officeDocument/2006/relationships/notesSlide" Target="/ppt/notesSlides/notesSlide8.xml" Id="Rd8338a8df7584a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0d3c81eec42a5" /><Relationship Type="http://schemas.openxmlformats.org/officeDocument/2006/relationships/image" Target="/ppt/media/image9.jpeg" Id="R8da71f7b7c884c26" /><Relationship Type="http://schemas.openxmlformats.org/officeDocument/2006/relationships/notesSlide" Target="/ppt/notesSlides/notesSlide9.xml" Id="Re818b4ce4e4840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db849ade2b447a" /><Relationship Type="http://schemas.openxmlformats.org/officeDocument/2006/relationships/image" Target="/ppt/media/image10.jpeg" Id="R58d36b18e2e144cb" /><Relationship Type="http://schemas.openxmlformats.org/officeDocument/2006/relationships/notesSlide" Target="/ppt/notesSlides/notesSlide10.xml" Id="R4894cc8b3bc349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0f549a963943b1" /><Relationship Type="http://schemas.openxmlformats.org/officeDocument/2006/relationships/image" Target="/ppt/media/image11.jpeg" Id="Rf48a37418af9483c" /><Relationship Type="http://schemas.openxmlformats.org/officeDocument/2006/relationships/notesSlide" Target="/ppt/notesSlides/notesSlide11.xml" Id="Rd063e8a9a3c848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2f6f1008724baf" /><Relationship Type="http://schemas.openxmlformats.org/officeDocument/2006/relationships/image" Target="/ppt/media/image12.jpeg" Id="R39424e559b824caf" /><Relationship Type="http://schemas.openxmlformats.org/officeDocument/2006/relationships/notesSlide" Target="/ppt/notesSlides/notesSlide12.xml" Id="Raa3c1d16ab1f43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c2837d24994ff4" /><Relationship Type="http://schemas.openxmlformats.org/officeDocument/2006/relationships/image" Target="/ppt/media/image13.jpeg" Id="Ra7acab0cf30e49e1" /><Relationship Type="http://schemas.openxmlformats.org/officeDocument/2006/relationships/notesSlide" Target="/ppt/notesSlides/notesSlide13.xml" Id="R99fb67bcad3641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e8e7269b34a12" /><Relationship Type="http://schemas.openxmlformats.org/officeDocument/2006/relationships/image" Target="/ppt/media/image14.jpeg" Id="Rf4ced3841034471c" /><Relationship Type="http://schemas.openxmlformats.org/officeDocument/2006/relationships/notesSlide" Target="/ppt/notesSlides/notesSlide14.xml" Id="Ra7307901b29a4ae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66AEC-AB39-4970-91AF-DEFBFBCEA6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d6c67db544b8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245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61E1F-C805-4A56-96F1-B85DD5B72C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7067375c641f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008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9C929-349B-46CC-A618-95CE94B26C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2038b159a455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5405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1C9C1-107D-4D88-864E-29863E2A25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fdb3238024058"/>
          <a:stretch xmlns:a="http://schemas.openxmlformats.org/drawingml/2006/main"/>
        </p:blipFill>
        <p:spPr>
          <a:xfrm xmlns:a="http://schemas.openxmlformats.org/drawingml/2006/main">
            <a:off x="0" y="1823"/>
            <a:ext cx="12192000" cy="68543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7033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FF189-4DC1-4E9B-9FB6-99743DC4EC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daf6ad488421e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193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F244B-3B82-42D4-8AA5-D4574C4EB9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513ca97c3442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77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FE798-E5D2-4FCA-B993-C6F0681B9C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29653a2a2470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6457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FED4B-270E-47B2-AC38-BCE195F167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fce3e12ce406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171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66AF3-4214-4374-AADD-613666C36D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71f7b7c884c2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2044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39566-ACF5-444A-A5C1-09FC8D5831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36b18e2e144c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7429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6A5B3-00F8-4204-BCAC-C1915E72EC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a37418af9483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899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0F01D-9A6A-4D9F-82B2-3CD46C1A6E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24e559b824ca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3692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4CE4F-0F3D-47BC-9B8D-B397D39691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cab0cf30e49e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1991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83C5D-0928-4D1D-9973-0E4A037217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ed3841034471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776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2026-10-28T13:35:41.6810000Z</dcterms:created>
  <dcterms:modified xsi:type="dcterms:W3CDTF">2026-10-28T13:35:41.6810000Z</dcterms:modified>
</coreProperties>
</file>