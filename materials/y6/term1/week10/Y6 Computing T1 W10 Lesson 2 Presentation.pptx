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4876da0df44db0" /><Relationship Type="http://schemas.openxmlformats.org/officeDocument/2006/relationships/extended-properties" Target="/docProps/app.xml" Id="R31bcf0fff1974037" /><Relationship Type="http://schemas.openxmlformats.org/officeDocument/2006/relationships/officeDocument" Target="/ppt/presentation.xml" Id="Rb1ab8fd4f85d42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1e7b9579bc4f90"/>
  </p:sldMasterIdLst>
  <p:notesMasterIdLst>
    <p:notesMasterId xmlns:r="http://schemas.openxmlformats.org/officeDocument/2006/relationships" r:id="Re500c398c31440c2"/>
  </p:notesMasterIdLst>
  <p:sldIdLst>
    <p:sldId xmlns:r="http://schemas.openxmlformats.org/officeDocument/2006/relationships" id="256" r:id="R96e61ccdd50c40d2"/>
    <p:sldId xmlns:r="http://schemas.openxmlformats.org/officeDocument/2006/relationships" id="257" r:id="R8b57f28f8a0347b7"/>
    <p:sldId xmlns:r="http://schemas.openxmlformats.org/officeDocument/2006/relationships" id="258" r:id="R2f562a8a0fff4a0b"/>
    <p:sldId xmlns:r="http://schemas.openxmlformats.org/officeDocument/2006/relationships" id="259" r:id="Rd99fc6169fbb48d1"/>
    <p:sldId xmlns:r="http://schemas.openxmlformats.org/officeDocument/2006/relationships" id="260" r:id="R22ee44cbddf14a7a"/>
    <p:sldId xmlns:r="http://schemas.openxmlformats.org/officeDocument/2006/relationships" id="261" r:id="R9f3a2b5f73e74c79"/>
    <p:sldId xmlns:r="http://schemas.openxmlformats.org/officeDocument/2006/relationships" id="262" r:id="R3e9cab0cb994455c"/>
    <p:sldId xmlns:r="http://schemas.openxmlformats.org/officeDocument/2006/relationships" id="263" r:id="Rcf8a1e48b94047cb"/>
    <p:sldId xmlns:r="http://schemas.openxmlformats.org/officeDocument/2006/relationships" id="264" r:id="Rffe245bc464845c2"/>
    <p:sldId xmlns:r="http://schemas.openxmlformats.org/officeDocument/2006/relationships" id="265" r:id="Rf68727e91ab944c4"/>
    <p:sldId xmlns:r="http://schemas.openxmlformats.org/officeDocument/2006/relationships" id="266" r:id="Rd1a6205576a643b7"/>
    <p:sldId xmlns:r="http://schemas.openxmlformats.org/officeDocument/2006/relationships" id="267" r:id="Rd0689cff4f754c05"/>
    <p:sldId xmlns:r="http://schemas.openxmlformats.org/officeDocument/2006/relationships" id="268" r:id="R595d957ff47343f7"/>
    <p:sldId xmlns:r="http://schemas.openxmlformats.org/officeDocument/2006/relationships" id="269" r:id="Rfde3e154664146e3"/>
    <p:sldId xmlns:r="http://schemas.openxmlformats.org/officeDocument/2006/relationships" id="270" r:id="R97e3a6c31e244cc8"/>
    <p:sldId xmlns:r="http://schemas.openxmlformats.org/officeDocument/2006/relationships" id="271" r:id="Rb54786a3a8c542a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0858764c3c42c5" /><Relationship Type="http://schemas.openxmlformats.org/officeDocument/2006/relationships/slideMaster" Target="/ppt/slideMasters/slideMaster1.xml" Id="R5f1e7b9579bc4f90" /><Relationship Type="http://schemas.openxmlformats.org/officeDocument/2006/relationships/notesMaster" Target="/ppt/notesMasters/notesMaster1.xml" Id="Re500c398c31440c2" /><Relationship Type="http://schemas.openxmlformats.org/officeDocument/2006/relationships/presProps" Target="/ppt/presProps.xml" Id="R783dd565544c4e65" /><Relationship Type="http://schemas.openxmlformats.org/officeDocument/2006/relationships/tableStyles" Target="/ppt/tableStyles.xml" Id="R516303626af048a7" /><Relationship Type="http://schemas.openxmlformats.org/officeDocument/2006/relationships/slide" Target="/ppt/slides/slide1.xml" Id="R96e61ccdd50c40d2" /><Relationship Type="http://schemas.openxmlformats.org/officeDocument/2006/relationships/slide" Target="/ppt/slides/slide2.xml" Id="R8b57f28f8a0347b7" /><Relationship Type="http://schemas.openxmlformats.org/officeDocument/2006/relationships/slide" Target="/ppt/slides/slide3.xml" Id="R2f562a8a0fff4a0b" /><Relationship Type="http://schemas.openxmlformats.org/officeDocument/2006/relationships/slide" Target="/ppt/slides/slide4.xml" Id="Rd99fc6169fbb48d1" /><Relationship Type="http://schemas.openxmlformats.org/officeDocument/2006/relationships/slide" Target="/ppt/slides/slide5.xml" Id="R22ee44cbddf14a7a" /><Relationship Type="http://schemas.openxmlformats.org/officeDocument/2006/relationships/slide" Target="/ppt/slides/slide6.xml" Id="R9f3a2b5f73e74c79" /><Relationship Type="http://schemas.openxmlformats.org/officeDocument/2006/relationships/slide" Target="/ppt/slides/slide7.xml" Id="R3e9cab0cb994455c" /><Relationship Type="http://schemas.openxmlformats.org/officeDocument/2006/relationships/slide" Target="/ppt/slides/slide8.xml" Id="Rcf8a1e48b94047cb" /><Relationship Type="http://schemas.openxmlformats.org/officeDocument/2006/relationships/slide" Target="/ppt/slides/slide9.xml" Id="Rffe245bc464845c2" /><Relationship Type="http://schemas.openxmlformats.org/officeDocument/2006/relationships/slide" Target="/ppt/slides/slide10.xml" Id="Rf68727e91ab944c4" /><Relationship Type="http://schemas.openxmlformats.org/officeDocument/2006/relationships/slide" Target="/ppt/slides/slide11.xml" Id="Rd1a6205576a643b7" /><Relationship Type="http://schemas.openxmlformats.org/officeDocument/2006/relationships/slide" Target="/ppt/slides/slide12.xml" Id="Rd0689cff4f754c05" /><Relationship Type="http://schemas.openxmlformats.org/officeDocument/2006/relationships/slide" Target="/ppt/slides/slide13.xml" Id="R595d957ff47343f7" /><Relationship Type="http://schemas.openxmlformats.org/officeDocument/2006/relationships/slide" Target="/ppt/slides/slide14.xml" Id="Rfde3e154664146e3" /><Relationship Type="http://schemas.openxmlformats.org/officeDocument/2006/relationships/slide" Target="/ppt/slides/slide15.xml" Id="R97e3a6c31e244cc8" /><Relationship Type="http://schemas.openxmlformats.org/officeDocument/2006/relationships/slide" Target="/ppt/slides/slide16.xml" Id="Rb54786a3a8c542a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37ac027c444e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314a54b15f4b21" /><Relationship Type="http://schemas.openxmlformats.org/officeDocument/2006/relationships/notesMaster" Target="/ppt/notesMasters/notesMaster1.xml" Id="R8e9f5afeb96545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8e5781b6fa4917" /><Relationship Type="http://schemas.openxmlformats.org/officeDocument/2006/relationships/notesMaster" Target="/ppt/notesMasters/notesMaster1.xml" Id="Re38bb03c23b14f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c368e436b444f9" /><Relationship Type="http://schemas.openxmlformats.org/officeDocument/2006/relationships/notesMaster" Target="/ppt/notesMasters/notesMaster1.xml" Id="R988aebdfb92243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69a3860f7145fd" /><Relationship Type="http://schemas.openxmlformats.org/officeDocument/2006/relationships/notesMaster" Target="/ppt/notesMasters/notesMaster1.xml" Id="R50e22e26fb2d49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9ed107f09748ba" /><Relationship Type="http://schemas.openxmlformats.org/officeDocument/2006/relationships/notesMaster" Target="/ppt/notesMasters/notesMaster1.xml" Id="R0a3803a378ba40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9c5f70ae8849ad" /><Relationship Type="http://schemas.openxmlformats.org/officeDocument/2006/relationships/notesMaster" Target="/ppt/notesMasters/notesMaster1.xml" Id="R230435413a9f44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c2f810d08a43da" /><Relationship Type="http://schemas.openxmlformats.org/officeDocument/2006/relationships/notesMaster" Target="/ppt/notesMasters/notesMaster1.xml" Id="R7bfd15e6a99240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4b27afb70164cd2" /><Relationship Type="http://schemas.openxmlformats.org/officeDocument/2006/relationships/notesMaster" Target="/ppt/notesMasters/notesMaster1.xml" Id="Rc8ecbf1841e646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16adfbebef47dd" /><Relationship Type="http://schemas.openxmlformats.org/officeDocument/2006/relationships/notesMaster" Target="/ppt/notesMasters/notesMaster1.xml" Id="R7a08e6d551e24d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63543b5def40e4" /><Relationship Type="http://schemas.openxmlformats.org/officeDocument/2006/relationships/notesMaster" Target="/ppt/notesMasters/notesMaster1.xml" Id="Rf09b16f0edbc423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80dc1f95d44bf9" /><Relationship Type="http://schemas.openxmlformats.org/officeDocument/2006/relationships/notesMaster" Target="/ppt/notesMasters/notesMaster1.xml" Id="Rfa24cbc1325b41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55916ba6114392" /><Relationship Type="http://schemas.openxmlformats.org/officeDocument/2006/relationships/notesMaster" Target="/ppt/notesMasters/notesMaster1.xml" Id="Ra453671add7c46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8c2d830a804424e" /><Relationship Type="http://schemas.openxmlformats.org/officeDocument/2006/relationships/notesMaster" Target="/ppt/notesMasters/notesMaster1.xml" Id="Ra99658f40c4849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c0cfba5214c4a66" /><Relationship Type="http://schemas.openxmlformats.org/officeDocument/2006/relationships/notesMaster" Target="/ppt/notesMasters/notesMaster1.xml" Id="Rf17aa2e31c64484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e7cd1594cff42da" /><Relationship Type="http://schemas.openxmlformats.org/officeDocument/2006/relationships/notesMaster" Target="/ppt/notesMasters/notesMaster1.xml" Id="Rca532b44e4724e9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a35ec2365534679" /><Relationship Type="http://schemas.openxmlformats.org/officeDocument/2006/relationships/notesMaster" Target="/ppt/notesMasters/notesMaster1.xml" Id="R0982d27f504048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8e6fe63bbd4da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d8b5d1a8e49a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c9364b55549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3da9bd18f44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297caa8704e6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eaea2ffa948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3B2FEA-2B66-4F0D-92AF-CBF12D6DB9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BB19354-708A-4613-95E6-A61E3DA19CA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9478D6-A978-4EBA-92F4-BF212AF12E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350315-803B-434D-B35C-CC9FF83218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22F70C-DB4D-43E3-9892-11CC156727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B7E7A3-26C6-46D1-93E2-F908CF400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1456D6-AE4B-440C-A993-20F10E939F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5B2489D-503D-4485-9847-3E1BD2DD2B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C684C9-81E9-4630-A865-D509B136C4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EFD587-D35A-4508-9484-D2E948B5D0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df7b23dbe34690" /><Relationship Type="http://schemas.openxmlformats.org/officeDocument/2006/relationships/slideLayout" Target="/ppt/slideLayouts/slideLayout1.xml" Id="Rc592f75f76b44eda" /><Relationship Type="http://schemas.openxmlformats.org/officeDocument/2006/relationships/slideLayout" Target="/ppt/slideLayouts/slideLayout2.xml" Id="Rb30bb9392183470e" /><Relationship Type="http://schemas.openxmlformats.org/officeDocument/2006/relationships/slideLayout" Target="/ppt/slideLayouts/slideLayout3.xml" Id="Rfe5f1a8afda141c6" /><Relationship Type="http://schemas.openxmlformats.org/officeDocument/2006/relationships/slideLayout" Target="/ppt/slideLayouts/slideLayout4.xml" Id="R7d81901fa9ef4cd5" /><Relationship Type="http://schemas.openxmlformats.org/officeDocument/2006/relationships/slideLayout" Target="/ppt/slideLayouts/slideLayout5.xml" Id="R1f5e60379b4e4c3b" /><Relationship Type="http://schemas.openxmlformats.org/officeDocument/2006/relationships/slideLayout" Target="/ppt/slideLayouts/slideLayout6.xml" Id="R95386563008846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92f75f76b44eda"/>
    <p:sldLayoutId xmlns:r="http://schemas.openxmlformats.org/officeDocument/2006/relationships" id="2147483650" r:id="Rb30bb9392183470e"/>
    <p:sldLayoutId xmlns:r="http://schemas.openxmlformats.org/officeDocument/2006/relationships" id="2147483651" r:id="Rfe5f1a8afda141c6"/>
    <p:sldLayoutId xmlns:r="http://schemas.openxmlformats.org/officeDocument/2006/relationships" id="2147483652" r:id="R7d81901fa9ef4cd5"/>
    <p:sldLayoutId xmlns:r="http://schemas.openxmlformats.org/officeDocument/2006/relationships" id="2147483653" r:id="R1f5e60379b4e4c3b"/>
    <p:sldLayoutId xmlns:r="http://schemas.openxmlformats.org/officeDocument/2006/relationships" id="2147483654" r:id="R95386563008846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97de46f4764cfd" /><Relationship Type="http://schemas.openxmlformats.org/officeDocument/2006/relationships/image" Target="/ppt/media/image.jpeg" Id="R78ff7974d1ad421f" /><Relationship Type="http://schemas.openxmlformats.org/officeDocument/2006/relationships/notesSlide" Target="/ppt/notesSlides/notesSlide1.xml" Id="R83a869ac3c1e4a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daa91c5e73444c" /><Relationship Type="http://schemas.openxmlformats.org/officeDocument/2006/relationships/image" Target="/ppt/media/image2.jpeg" Id="R192a5318e1a14a84" /><Relationship Type="http://schemas.openxmlformats.org/officeDocument/2006/relationships/notesSlide" Target="/ppt/notesSlides/notesSlide2.xml" Id="R8bce631f75af43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9d23d2e8dc4bdf" /><Relationship Type="http://schemas.openxmlformats.org/officeDocument/2006/relationships/image" Target="/ppt/media/image3.jpeg" Id="Rcc0c0b711f554f08" /><Relationship Type="http://schemas.openxmlformats.org/officeDocument/2006/relationships/notesSlide" Target="/ppt/notesSlides/notesSlide3.xml" Id="Rcd3182a96c424f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4c46adcecf470c" /><Relationship Type="http://schemas.openxmlformats.org/officeDocument/2006/relationships/image" Target="/ppt/media/image4.jpeg" Id="R71e7203870fb4ecd" /><Relationship Type="http://schemas.openxmlformats.org/officeDocument/2006/relationships/notesSlide" Target="/ppt/notesSlides/notesSlide4.xml" Id="Rb535ea35a7f14b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ccab5c83144ebc" /><Relationship Type="http://schemas.openxmlformats.org/officeDocument/2006/relationships/image" Target="/ppt/media/image5.jpeg" Id="R99b2c15930394669" /><Relationship Type="http://schemas.openxmlformats.org/officeDocument/2006/relationships/notesSlide" Target="/ppt/notesSlides/notesSlide5.xml" Id="Rd20acf84de5f41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9f005eaaf4b00" /><Relationship Type="http://schemas.openxmlformats.org/officeDocument/2006/relationships/image" Target="/ppt/media/image6.jpeg" Id="R61abf434db754f44" /><Relationship Type="http://schemas.openxmlformats.org/officeDocument/2006/relationships/notesSlide" Target="/ppt/notesSlides/notesSlide6.xml" Id="Rc8714d3dac7a41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088b6b88714580" /><Relationship Type="http://schemas.openxmlformats.org/officeDocument/2006/relationships/image" Target="/ppt/media/image7.jpeg" Id="R7a906071be5d4f2f" /><Relationship Type="http://schemas.openxmlformats.org/officeDocument/2006/relationships/notesSlide" Target="/ppt/notesSlides/notesSlide7.xml" Id="R1ca5df5636094f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9a29fe1a74398" /><Relationship Type="http://schemas.openxmlformats.org/officeDocument/2006/relationships/image" Target="/ppt/media/image8.jpeg" Id="R8163b24810e84115" /><Relationship Type="http://schemas.openxmlformats.org/officeDocument/2006/relationships/notesSlide" Target="/ppt/notesSlides/notesSlide8.xml" Id="R3ef3e2b001074b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a7ead249c4b96" /><Relationship Type="http://schemas.openxmlformats.org/officeDocument/2006/relationships/image" Target="/ppt/media/image9.jpeg" Id="Ra4b8ea4567ac48e3" /><Relationship Type="http://schemas.openxmlformats.org/officeDocument/2006/relationships/notesSlide" Target="/ppt/notesSlides/notesSlide9.xml" Id="R94c6c14f280947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c0bc8525346ee" /><Relationship Type="http://schemas.openxmlformats.org/officeDocument/2006/relationships/image" Target="/ppt/media/image10.jpeg" Id="Rc33abda960284230" /><Relationship Type="http://schemas.openxmlformats.org/officeDocument/2006/relationships/notesSlide" Target="/ppt/notesSlides/notesSlide10.xml" Id="R830c5e1253984a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c1dd2a171c455b" /><Relationship Type="http://schemas.openxmlformats.org/officeDocument/2006/relationships/image" Target="/ppt/media/image11.jpeg" Id="Ref65a0c363ca4bcf" /><Relationship Type="http://schemas.openxmlformats.org/officeDocument/2006/relationships/notesSlide" Target="/ppt/notesSlides/notesSlide11.xml" Id="R991f8d2cb0a448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8dce5559f4a45" /><Relationship Type="http://schemas.openxmlformats.org/officeDocument/2006/relationships/image" Target="/ppt/media/image12.jpeg" Id="R7b7b272d972a4969" /><Relationship Type="http://schemas.openxmlformats.org/officeDocument/2006/relationships/notesSlide" Target="/ppt/notesSlides/notesSlide12.xml" Id="Rccdd3ec99d534d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c3bf489544a30" /><Relationship Type="http://schemas.openxmlformats.org/officeDocument/2006/relationships/image" Target="/ppt/media/image13.jpeg" Id="R3231fcd82cc544e8" /><Relationship Type="http://schemas.openxmlformats.org/officeDocument/2006/relationships/notesSlide" Target="/ppt/notesSlides/notesSlide13.xml" Id="R140c6579c33a40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76d1fc13a4998" /><Relationship Type="http://schemas.openxmlformats.org/officeDocument/2006/relationships/image" Target="/ppt/media/image14.jpeg" Id="Rb10d65890d7a42ad" /><Relationship Type="http://schemas.openxmlformats.org/officeDocument/2006/relationships/notesSlide" Target="/ppt/notesSlides/notesSlide14.xml" Id="Rd3b79180ebb24af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8dce495d034211" /><Relationship Type="http://schemas.openxmlformats.org/officeDocument/2006/relationships/image" Target="/ppt/media/image15.jpeg" Id="R89c1ae73dfe94941" /><Relationship Type="http://schemas.openxmlformats.org/officeDocument/2006/relationships/notesSlide" Target="/ppt/notesSlides/notesSlide15.xml" Id="Rcc30b71eb8b14a5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1454a8a34c4fa4" /><Relationship Type="http://schemas.openxmlformats.org/officeDocument/2006/relationships/image" Target="/ppt/media/image16.jpeg" Id="R79791589fc3240ee" /><Relationship Type="http://schemas.openxmlformats.org/officeDocument/2006/relationships/notesSlide" Target="/ppt/notesSlides/notesSlide16.xml" Id="R065e8b8935be494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DD9E7-C1B4-4F36-B804-F9060F1BE97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ff7974d1ad421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709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66629-3FF8-40C8-8F88-8FDD2F4940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a5318e1a14a8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3544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5C66D-DF8E-4BF8-83CB-72B67299208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0c0b711f554f0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5339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4A0D6-3DA4-463E-BC23-85BEAC471A1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7203870fb4ec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7778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D303E-FACC-420D-A116-64E5EAE4DF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2c1593039466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08655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2C455-AF05-4D1C-8547-8E2A999647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bf434db754f4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1050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48129-A991-4C39-8455-F4DFE9426E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906071be5d4f2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0891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BA87F-654D-4571-99DA-BE7DEA0678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3b24810e8411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3923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82EEB-452F-4E26-8842-96F795544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8ea4567ac48e3"/>
          <a:stretch xmlns:a="http://schemas.openxmlformats.org/drawingml/2006/main"/>
        </p:blipFill>
        <p:spPr>
          <a:xfrm xmlns:a="http://schemas.openxmlformats.org/drawingml/2006/main">
            <a:off x="0" y="1823"/>
            <a:ext cx="12192000" cy="685435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2177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CCADF-C501-47A6-9739-96B6C6D7B5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3abda96028423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251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65E39-CEBF-42CA-A31A-A6E1FD9483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5a0c363ca4bc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327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B66FD-45C9-4A1E-AE82-5EB2EDBA31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b272d972a496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52689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B7BDF-AFC6-4845-9870-A897CA5FCE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31fcd82cc544e8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2577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83C915-D8BE-4A7E-BBC2-6831914461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d65890d7a42a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6759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B4E18-617C-4EAC-9A29-E83E48EA15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c1ae73dfe9494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3519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FBCD9-B252-4A5A-B38C-B06CE944B5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91589fc3240e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27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2026-10-28T13:51:26.6950000Z</dcterms:created>
  <dcterms:modified xsi:type="dcterms:W3CDTF">2026-10-28T13:51:26.6950000Z</dcterms:modified>
</coreProperties>
</file>