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daea6144d4b09" /><Relationship Type="http://schemas.openxmlformats.org/officeDocument/2006/relationships/extended-properties" Target="/docProps/app.xml" Id="R1bc7183f950c4e04" /><Relationship Type="http://schemas.openxmlformats.org/officeDocument/2006/relationships/officeDocument" Target="/ppt/presentation.xml" Id="R543e0258ee68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13d319bb94c54"/>
  </p:sldMasterIdLst>
  <p:notesMasterIdLst>
    <p:notesMasterId xmlns:r="http://schemas.openxmlformats.org/officeDocument/2006/relationships" r:id="R1833851855a04715"/>
  </p:notesMasterIdLst>
  <p:sldIdLst>
    <p:sldId xmlns:r="http://schemas.openxmlformats.org/officeDocument/2006/relationships" id="256" r:id="R51417a6f27db4b60"/>
    <p:sldId xmlns:r="http://schemas.openxmlformats.org/officeDocument/2006/relationships" id="257" r:id="R52ed6f06d1a2458b"/>
    <p:sldId xmlns:r="http://schemas.openxmlformats.org/officeDocument/2006/relationships" id="258" r:id="Rfa394ce27aff4a4e"/>
    <p:sldId xmlns:r="http://schemas.openxmlformats.org/officeDocument/2006/relationships" id="259" r:id="Ra7b42021226548cf"/>
    <p:sldId xmlns:r="http://schemas.openxmlformats.org/officeDocument/2006/relationships" id="260" r:id="R5338a926ba4d4da4"/>
    <p:sldId xmlns:r="http://schemas.openxmlformats.org/officeDocument/2006/relationships" id="261" r:id="R1fc3aca2ca074e6c"/>
    <p:sldId xmlns:r="http://schemas.openxmlformats.org/officeDocument/2006/relationships" id="262" r:id="Rd4cdb092bc3241a9"/>
    <p:sldId xmlns:r="http://schemas.openxmlformats.org/officeDocument/2006/relationships" id="263" r:id="Rb0cfd9165ae045c8"/>
    <p:sldId xmlns:r="http://schemas.openxmlformats.org/officeDocument/2006/relationships" id="264" r:id="R0e0ae1c3111f4395"/>
    <p:sldId xmlns:r="http://schemas.openxmlformats.org/officeDocument/2006/relationships" id="265" r:id="Rf1c825dd1a3f48da"/>
    <p:sldId xmlns:r="http://schemas.openxmlformats.org/officeDocument/2006/relationships" id="266" r:id="Reeffcb2cb0084ce7"/>
    <p:sldId xmlns:r="http://schemas.openxmlformats.org/officeDocument/2006/relationships" id="267" r:id="Rb3ab49febabc49b6"/>
    <p:sldId xmlns:r="http://schemas.openxmlformats.org/officeDocument/2006/relationships" id="268" r:id="R9d0fbb146729405c"/>
    <p:sldId xmlns:r="http://schemas.openxmlformats.org/officeDocument/2006/relationships" id="269" r:id="R7ce179ab30fc4f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592ef6a384cc2" /><Relationship Type="http://schemas.openxmlformats.org/officeDocument/2006/relationships/slideMaster" Target="/ppt/slideMasters/slideMaster1.xml" Id="R78713d319bb94c54" /><Relationship Type="http://schemas.openxmlformats.org/officeDocument/2006/relationships/notesMaster" Target="/ppt/notesMasters/notesMaster1.xml" Id="R1833851855a04715" /><Relationship Type="http://schemas.openxmlformats.org/officeDocument/2006/relationships/presProps" Target="/ppt/presProps.xml" Id="R382a3c079d9f4e2a" /><Relationship Type="http://schemas.openxmlformats.org/officeDocument/2006/relationships/tableStyles" Target="/ppt/tableStyles.xml" Id="Rbfad129c0d2f4124" /><Relationship Type="http://schemas.openxmlformats.org/officeDocument/2006/relationships/slide" Target="/ppt/slides/slide1.xml" Id="R51417a6f27db4b60" /><Relationship Type="http://schemas.openxmlformats.org/officeDocument/2006/relationships/slide" Target="/ppt/slides/slide2.xml" Id="R52ed6f06d1a2458b" /><Relationship Type="http://schemas.openxmlformats.org/officeDocument/2006/relationships/slide" Target="/ppt/slides/slide3.xml" Id="Rfa394ce27aff4a4e" /><Relationship Type="http://schemas.openxmlformats.org/officeDocument/2006/relationships/slide" Target="/ppt/slides/slide4.xml" Id="Ra7b42021226548cf" /><Relationship Type="http://schemas.openxmlformats.org/officeDocument/2006/relationships/slide" Target="/ppt/slides/slide5.xml" Id="R5338a926ba4d4da4" /><Relationship Type="http://schemas.openxmlformats.org/officeDocument/2006/relationships/slide" Target="/ppt/slides/slide6.xml" Id="R1fc3aca2ca074e6c" /><Relationship Type="http://schemas.openxmlformats.org/officeDocument/2006/relationships/slide" Target="/ppt/slides/slide7.xml" Id="Rd4cdb092bc3241a9" /><Relationship Type="http://schemas.openxmlformats.org/officeDocument/2006/relationships/slide" Target="/ppt/slides/slide8.xml" Id="Rb0cfd9165ae045c8" /><Relationship Type="http://schemas.openxmlformats.org/officeDocument/2006/relationships/slide" Target="/ppt/slides/slide9.xml" Id="R0e0ae1c3111f4395" /><Relationship Type="http://schemas.openxmlformats.org/officeDocument/2006/relationships/slide" Target="/ppt/slides/slide10.xml" Id="Rf1c825dd1a3f48da" /><Relationship Type="http://schemas.openxmlformats.org/officeDocument/2006/relationships/slide" Target="/ppt/slides/slide11.xml" Id="Reeffcb2cb0084ce7" /><Relationship Type="http://schemas.openxmlformats.org/officeDocument/2006/relationships/slide" Target="/ppt/slides/slide12.xml" Id="Rb3ab49febabc49b6" /><Relationship Type="http://schemas.openxmlformats.org/officeDocument/2006/relationships/slide" Target="/ppt/slides/slide13.xml" Id="R9d0fbb146729405c" /><Relationship Type="http://schemas.openxmlformats.org/officeDocument/2006/relationships/slide" Target="/ppt/slides/slide14.xml" Id="R7ce179ab30fc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921e850261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bb01d9eaf483f" /><Relationship Type="http://schemas.openxmlformats.org/officeDocument/2006/relationships/notesMaster" Target="/ppt/notesMasters/notesMaster1.xml" Id="R34eb65e57c864b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e25496644644e4" /><Relationship Type="http://schemas.openxmlformats.org/officeDocument/2006/relationships/notesMaster" Target="/ppt/notesMasters/notesMaster1.xml" Id="R773eaaf2f4fa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9fa8c41f04990" /><Relationship Type="http://schemas.openxmlformats.org/officeDocument/2006/relationships/notesMaster" Target="/ppt/notesMasters/notesMaster1.xml" Id="Rb5a4db1821e94d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6a2e59b554e3e" /><Relationship Type="http://schemas.openxmlformats.org/officeDocument/2006/relationships/notesMaster" Target="/ppt/notesMasters/notesMaster1.xml" Id="Re3b37874232144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6897b979d4884" /><Relationship Type="http://schemas.openxmlformats.org/officeDocument/2006/relationships/notesMaster" Target="/ppt/notesMasters/notesMaster1.xml" Id="R7ce2fd58284641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2701e576847b8" /><Relationship Type="http://schemas.openxmlformats.org/officeDocument/2006/relationships/notesMaster" Target="/ppt/notesMasters/notesMaster1.xml" Id="Rfc036be11d54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04051bb44646f8" /><Relationship Type="http://schemas.openxmlformats.org/officeDocument/2006/relationships/notesMaster" Target="/ppt/notesMasters/notesMaster1.xml" Id="Ra454f4ee60ec44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f3da50dabe45ae" /><Relationship Type="http://schemas.openxmlformats.org/officeDocument/2006/relationships/notesMaster" Target="/ppt/notesMasters/notesMaster1.xml" Id="R0cc2027900e747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6a963694774895" /><Relationship Type="http://schemas.openxmlformats.org/officeDocument/2006/relationships/notesMaster" Target="/ppt/notesMasters/notesMaster1.xml" Id="Rcca6676c49b242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2e95dbeaac4878" /><Relationship Type="http://schemas.openxmlformats.org/officeDocument/2006/relationships/notesMaster" Target="/ppt/notesMasters/notesMaster1.xml" Id="Ref9f5dd0f1ae49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83317b97f84b70" /><Relationship Type="http://schemas.openxmlformats.org/officeDocument/2006/relationships/notesMaster" Target="/ppt/notesMasters/notesMaster1.xml" Id="R66951c6532a042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14a099061b4c8b" /><Relationship Type="http://schemas.openxmlformats.org/officeDocument/2006/relationships/notesMaster" Target="/ppt/notesMasters/notesMaster1.xml" Id="Rcf655fec8ff14e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2b56a93672414a" /><Relationship Type="http://schemas.openxmlformats.org/officeDocument/2006/relationships/notesMaster" Target="/ppt/notesMasters/notesMaster1.xml" Id="R0676fca3f31946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2314303e544289" /><Relationship Type="http://schemas.openxmlformats.org/officeDocument/2006/relationships/notesMaster" Target="/ppt/notesMasters/notesMaster1.xml" Id="Rfca3d7816bad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05689acff43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f3de5bf0045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12bbdc6884f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aaac9f4dc4f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c3a3db32e4d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25f33da5f4b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06E376-1D84-4E9D-A87C-5E9451CD1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621B58-3B7D-488B-9FFB-BA4822F075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7B3022-AC8F-4210-BEC0-3AF754914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1ADBEB-A731-4A70-B612-DE50059F8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C7945-23B0-43BE-8C4D-24261D5ED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ACE5C4-46F9-48F3-9CCE-A6EB992BDD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E1B44A-6E5F-4CD5-8A1A-8B6DC199D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6AB2A5-86CF-4D55-85C4-95EECC909D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708952-F770-4A9F-8698-8B8754407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C966EF-3D5F-49CE-9972-CEC9F42EA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3ffa35a6f4326" /><Relationship Type="http://schemas.openxmlformats.org/officeDocument/2006/relationships/slideLayout" Target="/ppt/slideLayouts/slideLayout1.xml" Id="R35c60823e93145a2" /><Relationship Type="http://schemas.openxmlformats.org/officeDocument/2006/relationships/slideLayout" Target="/ppt/slideLayouts/slideLayout2.xml" Id="R490187855d794205" /><Relationship Type="http://schemas.openxmlformats.org/officeDocument/2006/relationships/slideLayout" Target="/ppt/slideLayouts/slideLayout3.xml" Id="Rf8536d2d752d4af6" /><Relationship Type="http://schemas.openxmlformats.org/officeDocument/2006/relationships/slideLayout" Target="/ppt/slideLayouts/slideLayout4.xml" Id="Rff706f68dc5c454c" /><Relationship Type="http://schemas.openxmlformats.org/officeDocument/2006/relationships/slideLayout" Target="/ppt/slideLayouts/slideLayout5.xml" Id="R26ca224a5a3549f2" /><Relationship Type="http://schemas.openxmlformats.org/officeDocument/2006/relationships/slideLayout" Target="/ppt/slideLayouts/slideLayout6.xml" Id="R3479cf065bdc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60823e93145a2"/>
    <p:sldLayoutId xmlns:r="http://schemas.openxmlformats.org/officeDocument/2006/relationships" id="2147483650" r:id="R490187855d794205"/>
    <p:sldLayoutId xmlns:r="http://schemas.openxmlformats.org/officeDocument/2006/relationships" id="2147483651" r:id="Rf8536d2d752d4af6"/>
    <p:sldLayoutId xmlns:r="http://schemas.openxmlformats.org/officeDocument/2006/relationships" id="2147483652" r:id="Rff706f68dc5c454c"/>
    <p:sldLayoutId xmlns:r="http://schemas.openxmlformats.org/officeDocument/2006/relationships" id="2147483653" r:id="R26ca224a5a3549f2"/>
    <p:sldLayoutId xmlns:r="http://schemas.openxmlformats.org/officeDocument/2006/relationships" id="2147483654" r:id="R3479cf065bdc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df8a0c6da4a84" /><Relationship Type="http://schemas.openxmlformats.org/officeDocument/2006/relationships/image" Target="/ppt/media/image.jpeg" Id="R4179756fc6b54232" /><Relationship Type="http://schemas.openxmlformats.org/officeDocument/2006/relationships/notesSlide" Target="/ppt/notesSlides/notesSlide1.xml" Id="Ra2c8495f9cc0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a7dc103a346d2" /><Relationship Type="http://schemas.openxmlformats.org/officeDocument/2006/relationships/image" Target="/ppt/media/image2.jpeg" Id="Rb1f9f9f6c17c4418" /><Relationship Type="http://schemas.openxmlformats.org/officeDocument/2006/relationships/notesSlide" Target="/ppt/notesSlides/notesSlide2.xml" Id="R8bb7b52f02c8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1b3466a664b84" /><Relationship Type="http://schemas.openxmlformats.org/officeDocument/2006/relationships/image" Target="/ppt/media/image3.jpeg" Id="Rf39b8bd3b7e04a3e" /><Relationship Type="http://schemas.openxmlformats.org/officeDocument/2006/relationships/notesSlide" Target="/ppt/notesSlides/notesSlide3.xml" Id="R124895cbcceb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32220b12d452c" /><Relationship Type="http://schemas.openxmlformats.org/officeDocument/2006/relationships/image" Target="/ppt/media/image4.jpeg" Id="Rc5c94efc5d9c44d5" /><Relationship Type="http://schemas.openxmlformats.org/officeDocument/2006/relationships/notesSlide" Target="/ppt/notesSlides/notesSlide4.xml" Id="R8bd7ab8e65b9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654e22f324eaf" /><Relationship Type="http://schemas.openxmlformats.org/officeDocument/2006/relationships/image" Target="/ppt/media/image5.jpeg" Id="Rd602c6040f56418e" /><Relationship Type="http://schemas.openxmlformats.org/officeDocument/2006/relationships/notesSlide" Target="/ppt/notesSlides/notesSlide5.xml" Id="Rc24a22fb2dfc43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72c64c46940bd" /><Relationship Type="http://schemas.openxmlformats.org/officeDocument/2006/relationships/image" Target="/ppt/media/image6.jpeg" Id="R0e8df080c9454c8a" /><Relationship Type="http://schemas.openxmlformats.org/officeDocument/2006/relationships/notesSlide" Target="/ppt/notesSlides/notesSlide6.xml" Id="R70791dbaf853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d8ac450f04b9c" /><Relationship Type="http://schemas.openxmlformats.org/officeDocument/2006/relationships/image" Target="/ppt/media/image7.jpeg" Id="R13296f44e33e4966" /><Relationship Type="http://schemas.openxmlformats.org/officeDocument/2006/relationships/notesSlide" Target="/ppt/notesSlides/notesSlide7.xml" Id="R6ee17d38abb042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f68c3742547f4" /><Relationship Type="http://schemas.openxmlformats.org/officeDocument/2006/relationships/image" Target="/ppt/media/image8.jpeg" Id="R72b60ffa5cfc4d99" /><Relationship Type="http://schemas.openxmlformats.org/officeDocument/2006/relationships/notesSlide" Target="/ppt/notesSlides/notesSlide8.xml" Id="Rcd08b9d134184f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5a02810ef4e05" /><Relationship Type="http://schemas.openxmlformats.org/officeDocument/2006/relationships/image" Target="/ppt/media/image9.jpeg" Id="Ra8e1f945442646e3" /><Relationship Type="http://schemas.openxmlformats.org/officeDocument/2006/relationships/notesSlide" Target="/ppt/notesSlides/notesSlide9.xml" Id="R200c318231f0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0d99d6ff34717" /><Relationship Type="http://schemas.openxmlformats.org/officeDocument/2006/relationships/image" Target="/ppt/media/image10.jpeg" Id="Rcc1422dcad10456f" /><Relationship Type="http://schemas.openxmlformats.org/officeDocument/2006/relationships/notesSlide" Target="/ppt/notesSlides/notesSlide10.xml" Id="R6e874ae73b784a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7ade9b03f4241" /><Relationship Type="http://schemas.openxmlformats.org/officeDocument/2006/relationships/image" Target="/ppt/media/image11.jpeg" Id="R4a3130d7444041f4" /><Relationship Type="http://schemas.openxmlformats.org/officeDocument/2006/relationships/notesSlide" Target="/ppt/notesSlides/notesSlide11.xml" Id="R1a37a65d0d1448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2389283894779" /><Relationship Type="http://schemas.openxmlformats.org/officeDocument/2006/relationships/image" Target="/ppt/media/image12.jpeg" Id="Rdaa4688ae7864b29" /><Relationship Type="http://schemas.openxmlformats.org/officeDocument/2006/relationships/notesSlide" Target="/ppt/notesSlides/notesSlide12.xml" Id="Rfc2639a8c89142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c60d9288746b0" /><Relationship Type="http://schemas.openxmlformats.org/officeDocument/2006/relationships/image" Target="/ppt/media/image13.jpeg" Id="Rba53669c6a674a81" /><Relationship Type="http://schemas.openxmlformats.org/officeDocument/2006/relationships/notesSlide" Target="/ppt/notesSlides/notesSlide13.xml" Id="Rce725cb3e25949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f47b556f242a5" /><Relationship Type="http://schemas.openxmlformats.org/officeDocument/2006/relationships/image" Target="/ppt/media/image14.jpeg" Id="R2fcd98168c4f428a" /><Relationship Type="http://schemas.openxmlformats.org/officeDocument/2006/relationships/notesSlide" Target="/ppt/notesSlides/notesSlide14.xml" Id="R97bfa9652b5e45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E12ED-6AF4-466A-B00F-3C12BC33F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9756fc6b5423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02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3FAEE-DA48-4D9D-8718-4D1053389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9f9f6c17c441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03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252CE-7534-48ED-89A1-27F9F2DA6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b8bd3b7e04a3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7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FD325-93AC-45FB-AD94-30C9EC0FF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94efc5d9c44d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86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6A9B-8CC3-43D5-B3A7-9084DB47D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2c6040f56418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293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27C97-4158-4E7A-A20C-086B434AB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df080c9454c8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942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57756-CB17-43E5-AF8E-AEE6319D1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96f44e33e496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299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FE28D-BB01-441D-8612-9B50968A5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60ffa5cfc4d9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419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43FBA-0405-40DC-8885-E2DE4595E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1f945442646e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21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E6428-062E-48A1-9584-DABFC9EB2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422dcad10456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625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6DFB0-31FA-47F6-9738-B7C3ACA13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130d7444041f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08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C3271-4DEF-4A87-A480-D40BF6653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4688ae7864b2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608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65913-13E4-41BE-8C66-92B4F0668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3669c6a674a8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44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74AA4-7B64-4BC5-860A-F27A6FB27F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d98168c4f428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08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2026-10-28T15:57:17.1890000Z</dcterms:created>
  <dcterms:modified xsi:type="dcterms:W3CDTF">2026-10-28T15:57:17.1890000Z</dcterms:modified>
</coreProperties>
</file>