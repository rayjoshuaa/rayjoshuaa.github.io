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db6ff134dc433d" /><Relationship Type="http://schemas.openxmlformats.org/officeDocument/2006/relationships/extended-properties" Target="/docProps/app.xml" Id="Rea6ed2055c4a433b" /><Relationship Type="http://schemas.openxmlformats.org/officeDocument/2006/relationships/officeDocument" Target="/ppt/presentation.xml" Id="Ra9ec8414a6a14e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e44e5457554bd2"/>
  </p:sldMasterIdLst>
  <p:notesMasterIdLst>
    <p:notesMasterId xmlns:r="http://schemas.openxmlformats.org/officeDocument/2006/relationships" r:id="Rd68c784bea204a8f"/>
  </p:notesMasterIdLst>
  <p:sldIdLst>
    <p:sldId xmlns:r="http://schemas.openxmlformats.org/officeDocument/2006/relationships" id="256" r:id="R0ffc8572e0fd4e07"/>
    <p:sldId xmlns:r="http://schemas.openxmlformats.org/officeDocument/2006/relationships" id="257" r:id="R0bde6c9c718f49bf"/>
    <p:sldId xmlns:r="http://schemas.openxmlformats.org/officeDocument/2006/relationships" id="258" r:id="Reda4543d5c1b4ca5"/>
    <p:sldId xmlns:r="http://schemas.openxmlformats.org/officeDocument/2006/relationships" id="259" r:id="R607d5448b7fc4137"/>
    <p:sldId xmlns:r="http://schemas.openxmlformats.org/officeDocument/2006/relationships" id="260" r:id="Rd365e13503e9409f"/>
    <p:sldId xmlns:r="http://schemas.openxmlformats.org/officeDocument/2006/relationships" id="261" r:id="R04415317b5814db4"/>
    <p:sldId xmlns:r="http://schemas.openxmlformats.org/officeDocument/2006/relationships" id="262" r:id="Redab08691be9475d"/>
    <p:sldId xmlns:r="http://schemas.openxmlformats.org/officeDocument/2006/relationships" id="263" r:id="Rf6ac937691354f09"/>
    <p:sldId xmlns:r="http://schemas.openxmlformats.org/officeDocument/2006/relationships" id="264" r:id="R3dae3c5870844a54"/>
    <p:sldId xmlns:r="http://schemas.openxmlformats.org/officeDocument/2006/relationships" id="265" r:id="Rf2be0ae23b004431"/>
    <p:sldId xmlns:r="http://schemas.openxmlformats.org/officeDocument/2006/relationships" id="266" r:id="R413b0691a34e45dc"/>
    <p:sldId xmlns:r="http://schemas.openxmlformats.org/officeDocument/2006/relationships" id="267" r:id="Rf5df09283d73436c"/>
    <p:sldId xmlns:r="http://schemas.openxmlformats.org/officeDocument/2006/relationships" id="268" r:id="R7c3746e7e7424684"/>
    <p:sldId xmlns:r="http://schemas.openxmlformats.org/officeDocument/2006/relationships" id="269" r:id="Rc4db38cacc6a41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5b5e1997d94e2b" /><Relationship Type="http://schemas.openxmlformats.org/officeDocument/2006/relationships/slideMaster" Target="/ppt/slideMasters/slideMaster1.xml" Id="Refe44e5457554bd2" /><Relationship Type="http://schemas.openxmlformats.org/officeDocument/2006/relationships/notesMaster" Target="/ppt/notesMasters/notesMaster1.xml" Id="Rd68c784bea204a8f" /><Relationship Type="http://schemas.openxmlformats.org/officeDocument/2006/relationships/presProps" Target="/ppt/presProps.xml" Id="R8a518ac7da174e82" /><Relationship Type="http://schemas.openxmlformats.org/officeDocument/2006/relationships/tableStyles" Target="/ppt/tableStyles.xml" Id="R1a410ea945d74670" /><Relationship Type="http://schemas.openxmlformats.org/officeDocument/2006/relationships/slide" Target="/ppt/slides/slide1.xml" Id="R0ffc8572e0fd4e07" /><Relationship Type="http://schemas.openxmlformats.org/officeDocument/2006/relationships/slide" Target="/ppt/slides/slide2.xml" Id="R0bde6c9c718f49bf" /><Relationship Type="http://schemas.openxmlformats.org/officeDocument/2006/relationships/slide" Target="/ppt/slides/slide3.xml" Id="Reda4543d5c1b4ca5" /><Relationship Type="http://schemas.openxmlformats.org/officeDocument/2006/relationships/slide" Target="/ppt/slides/slide4.xml" Id="R607d5448b7fc4137" /><Relationship Type="http://schemas.openxmlformats.org/officeDocument/2006/relationships/slide" Target="/ppt/slides/slide5.xml" Id="Rd365e13503e9409f" /><Relationship Type="http://schemas.openxmlformats.org/officeDocument/2006/relationships/slide" Target="/ppt/slides/slide6.xml" Id="R04415317b5814db4" /><Relationship Type="http://schemas.openxmlformats.org/officeDocument/2006/relationships/slide" Target="/ppt/slides/slide7.xml" Id="Redab08691be9475d" /><Relationship Type="http://schemas.openxmlformats.org/officeDocument/2006/relationships/slide" Target="/ppt/slides/slide8.xml" Id="Rf6ac937691354f09" /><Relationship Type="http://schemas.openxmlformats.org/officeDocument/2006/relationships/slide" Target="/ppt/slides/slide9.xml" Id="R3dae3c5870844a54" /><Relationship Type="http://schemas.openxmlformats.org/officeDocument/2006/relationships/slide" Target="/ppt/slides/slide10.xml" Id="Rf2be0ae23b004431" /><Relationship Type="http://schemas.openxmlformats.org/officeDocument/2006/relationships/slide" Target="/ppt/slides/slide11.xml" Id="R413b0691a34e45dc" /><Relationship Type="http://schemas.openxmlformats.org/officeDocument/2006/relationships/slide" Target="/ppt/slides/slide12.xml" Id="Rf5df09283d73436c" /><Relationship Type="http://schemas.openxmlformats.org/officeDocument/2006/relationships/slide" Target="/ppt/slides/slide13.xml" Id="R7c3746e7e7424684" /><Relationship Type="http://schemas.openxmlformats.org/officeDocument/2006/relationships/slide" Target="/ppt/slides/slide14.xml" Id="Rc4db38cacc6a41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087ebab2044d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88545fdc5547d1" /><Relationship Type="http://schemas.openxmlformats.org/officeDocument/2006/relationships/notesMaster" Target="/ppt/notesMasters/notesMaster1.xml" Id="R5e770632961740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9f8644fa43413d" /><Relationship Type="http://schemas.openxmlformats.org/officeDocument/2006/relationships/notesMaster" Target="/ppt/notesMasters/notesMaster1.xml" Id="Rcbd273574dc147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5097b589a84b79" /><Relationship Type="http://schemas.openxmlformats.org/officeDocument/2006/relationships/notesMaster" Target="/ppt/notesMasters/notesMaster1.xml" Id="R1183365c069748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8052ba0e284c82" /><Relationship Type="http://schemas.openxmlformats.org/officeDocument/2006/relationships/notesMaster" Target="/ppt/notesMasters/notesMaster1.xml" Id="Rab477fd8485940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b6f9ff1cc24acb" /><Relationship Type="http://schemas.openxmlformats.org/officeDocument/2006/relationships/notesMaster" Target="/ppt/notesMasters/notesMaster1.xml" Id="R826a7b6f605145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e2ea12353f4c61" /><Relationship Type="http://schemas.openxmlformats.org/officeDocument/2006/relationships/notesMaster" Target="/ppt/notesMasters/notesMaster1.xml" Id="R21c8f81b2e1348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ef7860dcb94fde" /><Relationship Type="http://schemas.openxmlformats.org/officeDocument/2006/relationships/notesMaster" Target="/ppt/notesMasters/notesMaster1.xml" Id="Re56d1f9cf09d41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5bb75712314aa2" /><Relationship Type="http://schemas.openxmlformats.org/officeDocument/2006/relationships/notesMaster" Target="/ppt/notesMasters/notesMaster1.xml" Id="R29021622851448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6c98c5e30e4e35" /><Relationship Type="http://schemas.openxmlformats.org/officeDocument/2006/relationships/notesMaster" Target="/ppt/notesMasters/notesMaster1.xml" Id="Re945a29b04704fb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b368513ea64839" /><Relationship Type="http://schemas.openxmlformats.org/officeDocument/2006/relationships/notesMaster" Target="/ppt/notesMasters/notesMaster1.xml" Id="R2327db85634842b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6db377361b542ff" /><Relationship Type="http://schemas.openxmlformats.org/officeDocument/2006/relationships/notesMaster" Target="/ppt/notesMasters/notesMaster1.xml" Id="R5e743bc86efa46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c506927352e4028" /><Relationship Type="http://schemas.openxmlformats.org/officeDocument/2006/relationships/notesMaster" Target="/ppt/notesMasters/notesMaster1.xml" Id="R5c1d59b05cb840c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36c4ddd06164456" /><Relationship Type="http://schemas.openxmlformats.org/officeDocument/2006/relationships/notesMaster" Target="/ppt/notesMasters/notesMaster1.xml" Id="Rf154b35e79b94dc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fcb611e7ea4455d" /><Relationship Type="http://schemas.openxmlformats.org/officeDocument/2006/relationships/notesMaster" Target="/ppt/notesMasters/notesMaster1.xml" Id="R10dfb572a93f44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24a3b6fd57414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ea75e2df1e4bc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f5a9721737456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319181348e45a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07954d48b44c8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276bb107384b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8EBFB5-12D1-41A7-B90F-76F93C1EF5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8363B7F-8C7F-451B-BCB0-861CC9D0E5B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EB3D6A3-7273-4980-837D-BBF9DD3264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9FE11E-E8C4-4C8E-9AA5-15FCA32207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1BD7ED7-2469-40DE-9FF0-B225403BAB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43428A8-407C-4045-98D1-C267931CCB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3D3DB50-FA10-4EC8-90FA-F7E82A8C8F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DD3B465-89D8-4D8F-B65E-8FD3ACE068F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367FDC-433C-495C-AA49-D5E975EB1F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D5D507D-3C00-40A3-8400-C2B05E43DD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25a8644f714780" /><Relationship Type="http://schemas.openxmlformats.org/officeDocument/2006/relationships/slideLayout" Target="/ppt/slideLayouts/slideLayout1.xml" Id="R7f8d86ab08e3442a" /><Relationship Type="http://schemas.openxmlformats.org/officeDocument/2006/relationships/slideLayout" Target="/ppt/slideLayouts/slideLayout2.xml" Id="R6fbae5e89a15435a" /><Relationship Type="http://schemas.openxmlformats.org/officeDocument/2006/relationships/slideLayout" Target="/ppt/slideLayouts/slideLayout3.xml" Id="R0eafb44971d84dc6" /><Relationship Type="http://schemas.openxmlformats.org/officeDocument/2006/relationships/slideLayout" Target="/ppt/slideLayouts/slideLayout4.xml" Id="R74143b1ff4d44ea4" /><Relationship Type="http://schemas.openxmlformats.org/officeDocument/2006/relationships/slideLayout" Target="/ppt/slideLayouts/slideLayout5.xml" Id="R79d25893ccde402d" /><Relationship Type="http://schemas.openxmlformats.org/officeDocument/2006/relationships/slideLayout" Target="/ppt/slideLayouts/slideLayout6.xml" Id="Rfb572bb6c1904e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8d86ab08e3442a"/>
    <p:sldLayoutId xmlns:r="http://schemas.openxmlformats.org/officeDocument/2006/relationships" id="2147483650" r:id="R6fbae5e89a15435a"/>
    <p:sldLayoutId xmlns:r="http://schemas.openxmlformats.org/officeDocument/2006/relationships" id="2147483651" r:id="R0eafb44971d84dc6"/>
    <p:sldLayoutId xmlns:r="http://schemas.openxmlformats.org/officeDocument/2006/relationships" id="2147483652" r:id="R74143b1ff4d44ea4"/>
    <p:sldLayoutId xmlns:r="http://schemas.openxmlformats.org/officeDocument/2006/relationships" id="2147483653" r:id="R79d25893ccde402d"/>
    <p:sldLayoutId xmlns:r="http://schemas.openxmlformats.org/officeDocument/2006/relationships" id="2147483654" r:id="Rfb572bb6c1904e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01824011f74171" /><Relationship Type="http://schemas.openxmlformats.org/officeDocument/2006/relationships/image" Target="/ppt/media/image.jpeg" Id="Rbc57ce07cd674a12" /><Relationship Type="http://schemas.openxmlformats.org/officeDocument/2006/relationships/notesSlide" Target="/ppt/notesSlides/notesSlide1.xml" Id="R36b086d0c69640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f6bf6eab7d4366" /><Relationship Type="http://schemas.openxmlformats.org/officeDocument/2006/relationships/image" Target="/ppt/media/image2.jpeg" Id="R1ff261eb38fe47e9" /><Relationship Type="http://schemas.openxmlformats.org/officeDocument/2006/relationships/notesSlide" Target="/ppt/notesSlides/notesSlide2.xml" Id="R12922a44327f43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c95d83de8c472b" /><Relationship Type="http://schemas.openxmlformats.org/officeDocument/2006/relationships/image" Target="/ppt/media/image3.jpeg" Id="Rfb429e46cabc4e48" /><Relationship Type="http://schemas.openxmlformats.org/officeDocument/2006/relationships/notesSlide" Target="/ppt/notesSlides/notesSlide3.xml" Id="Rfcec618da95346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ee35d1daa047d5" /><Relationship Type="http://schemas.openxmlformats.org/officeDocument/2006/relationships/image" Target="/ppt/media/image4.jpeg" Id="R6adbe355ea2d4924" /><Relationship Type="http://schemas.openxmlformats.org/officeDocument/2006/relationships/notesSlide" Target="/ppt/notesSlides/notesSlide4.xml" Id="R9b0cf1cdadcd4f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83b04bbce045f2" /><Relationship Type="http://schemas.openxmlformats.org/officeDocument/2006/relationships/image" Target="/ppt/media/image5.jpeg" Id="Rf11127f984a24ac2" /><Relationship Type="http://schemas.openxmlformats.org/officeDocument/2006/relationships/notesSlide" Target="/ppt/notesSlides/notesSlide5.xml" Id="R4f8917c5811649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d96c7dc6c1490a" /><Relationship Type="http://schemas.openxmlformats.org/officeDocument/2006/relationships/image" Target="/ppt/media/image6.jpeg" Id="R36a1d0f56f1945f9" /><Relationship Type="http://schemas.openxmlformats.org/officeDocument/2006/relationships/notesSlide" Target="/ppt/notesSlides/notesSlide6.xml" Id="R067e45e5925a46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c5e72b36db4a09" /><Relationship Type="http://schemas.openxmlformats.org/officeDocument/2006/relationships/image" Target="/ppt/media/image7.jpeg" Id="R7f60abb0af394627" /><Relationship Type="http://schemas.openxmlformats.org/officeDocument/2006/relationships/notesSlide" Target="/ppt/notesSlides/notesSlide7.xml" Id="Rf4dc6f453cd94b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dba913e105423c" /><Relationship Type="http://schemas.openxmlformats.org/officeDocument/2006/relationships/image" Target="/ppt/media/image8.jpeg" Id="R6937cd971e604b73" /><Relationship Type="http://schemas.openxmlformats.org/officeDocument/2006/relationships/notesSlide" Target="/ppt/notesSlides/notesSlide8.xml" Id="R5cc79f2496a94b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064ac464704562" /><Relationship Type="http://schemas.openxmlformats.org/officeDocument/2006/relationships/image" Target="/ppt/media/image9.jpeg" Id="R391ddbf1dbd14803" /><Relationship Type="http://schemas.openxmlformats.org/officeDocument/2006/relationships/notesSlide" Target="/ppt/notesSlides/notesSlide9.xml" Id="R4442e422b1944a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a4b4fe390a4f5b" /><Relationship Type="http://schemas.openxmlformats.org/officeDocument/2006/relationships/image" Target="/ppt/media/image10.jpeg" Id="R9a42506ec80a43bc" /><Relationship Type="http://schemas.openxmlformats.org/officeDocument/2006/relationships/notesSlide" Target="/ppt/notesSlides/notesSlide10.xml" Id="R1b512bb9c8a143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f5fc3dd28d466d" /><Relationship Type="http://schemas.openxmlformats.org/officeDocument/2006/relationships/image" Target="/ppt/media/image11.jpeg" Id="Rab2e83e606424c4d" /><Relationship Type="http://schemas.openxmlformats.org/officeDocument/2006/relationships/notesSlide" Target="/ppt/notesSlides/notesSlide11.xml" Id="Rb433267c2d9b4bc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9b5380f528431e" /><Relationship Type="http://schemas.openxmlformats.org/officeDocument/2006/relationships/image" Target="/ppt/media/image12.jpeg" Id="R31ce739020fc4f75" /><Relationship Type="http://schemas.openxmlformats.org/officeDocument/2006/relationships/notesSlide" Target="/ppt/notesSlides/notesSlide12.xml" Id="Rbe74858bb0d84a5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e4ec5b2f5642a9" /><Relationship Type="http://schemas.openxmlformats.org/officeDocument/2006/relationships/image" Target="/ppt/media/image13.jpeg" Id="R1a5a174605bb47db" /><Relationship Type="http://schemas.openxmlformats.org/officeDocument/2006/relationships/notesSlide" Target="/ppt/notesSlides/notesSlide13.xml" Id="Ra1646f94bae542b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47d7478c13434e" /><Relationship Type="http://schemas.openxmlformats.org/officeDocument/2006/relationships/image" Target="/ppt/media/image14.jpeg" Id="Rb369a7fcab4441c5" /><Relationship Type="http://schemas.openxmlformats.org/officeDocument/2006/relationships/notesSlide" Target="/ppt/notesSlides/notesSlide14.xml" Id="R3849cefcb5b6411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5B91A-9363-4E1B-8D97-D0D62B12BD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57ce07cd674a12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22239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528FB-F8F5-4E5D-84AC-6B0BADF2FF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f261eb38fe47e9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9650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8FC1E-5F62-44D0-BE38-5935AE5923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429e46cabc4e48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56600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C2341-1FC1-4050-A974-7CB8EA0AF9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dbe355ea2d4924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86300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227EB-E128-45A5-9000-38C950A69F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1127f984a24ac2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97643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0D3FB-803F-4F07-9F33-3ABB64E1EE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a1d0f56f1945f9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909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131764-CFC3-4FA3-A381-2976BC7092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0abb0af394627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1496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2D946-19AF-4EEE-8A6B-37FB688B6B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37cd971e604b73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42761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37F21-FBEB-4A0F-89E4-540B2516B8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1ddbf1dbd14803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29238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A100E-2305-41E6-A29D-7C0A62C48E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2506ec80a43bc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1681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314AC-79FA-4A25-9218-462A334642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e83e606424c4d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52571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800F7-D7A7-4E08-924F-760EBF12D1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ce739020fc4f75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5937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392D1-3234-40F1-90A7-5EFFC7C131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a174605bb47db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17932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FA0C9B-A1FA-4C54-A0E8-A5AECADC32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69a7fcab4441c5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391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2026-10-28T16:09:44.4960000Z</dcterms:created>
  <dcterms:modified xsi:type="dcterms:W3CDTF">2026-10-28T16:09:44.4960000Z</dcterms:modified>
</coreProperties>
</file>