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50593250974ec8" /><Relationship Type="http://schemas.openxmlformats.org/officeDocument/2006/relationships/extended-properties" Target="/docProps/app.xml" Id="R729976cc6ef14865" /><Relationship Type="http://schemas.openxmlformats.org/officeDocument/2006/relationships/officeDocument" Target="/ppt/presentation.xml" Id="R145b36825e824c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8b02d63ae4e5d"/>
  </p:sldMasterIdLst>
  <p:notesMasterIdLst>
    <p:notesMasterId xmlns:r="http://schemas.openxmlformats.org/officeDocument/2006/relationships" r:id="R4a7e29eebcce48ed"/>
  </p:notesMasterIdLst>
  <p:sldIdLst>
    <p:sldId xmlns:r="http://schemas.openxmlformats.org/officeDocument/2006/relationships" id="256" r:id="Rdfaeedf90a6446c6"/>
    <p:sldId xmlns:r="http://schemas.openxmlformats.org/officeDocument/2006/relationships" id="257" r:id="Radcf6c62ee1e4704"/>
    <p:sldId xmlns:r="http://schemas.openxmlformats.org/officeDocument/2006/relationships" id="258" r:id="R7ab5ed7ddd4e40aa"/>
    <p:sldId xmlns:r="http://schemas.openxmlformats.org/officeDocument/2006/relationships" id="259" r:id="R76ea23a20ba8440a"/>
    <p:sldId xmlns:r="http://schemas.openxmlformats.org/officeDocument/2006/relationships" id="260" r:id="R3992ea96483d46f3"/>
    <p:sldId xmlns:r="http://schemas.openxmlformats.org/officeDocument/2006/relationships" id="261" r:id="R9ba348815d714942"/>
    <p:sldId xmlns:r="http://schemas.openxmlformats.org/officeDocument/2006/relationships" id="262" r:id="Re01cacf07910459d"/>
    <p:sldId xmlns:r="http://schemas.openxmlformats.org/officeDocument/2006/relationships" id="263" r:id="Re6adbaa1d6234461"/>
    <p:sldId xmlns:r="http://schemas.openxmlformats.org/officeDocument/2006/relationships" id="264" r:id="Re8c4d19732cd4c87"/>
    <p:sldId xmlns:r="http://schemas.openxmlformats.org/officeDocument/2006/relationships" id="265" r:id="R4d9f1c1d66c44e71"/>
    <p:sldId xmlns:r="http://schemas.openxmlformats.org/officeDocument/2006/relationships" id="266" r:id="Rb99bfa28c37046d9"/>
    <p:sldId xmlns:r="http://schemas.openxmlformats.org/officeDocument/2006/relationships" id="267" r:id="R109e6a7679c94929"/>
    <p:sldId xmlns:r="http://schemas.openxmlformats.org/officeDocument/2006/relationships" id="268" r:id="R2d131b4bb3ba4c40"/>
    <p:sldId xmlns:r="http://schemas.openxmlformats.org/officeDocument/2006/relationships" id="269" r:id="R7179d9fb06774468"/>
    <p:sldId xmlns:r="http://schemas.openxmlformats.org/officeDocument/2006/relationships" id="270" r:id="Rd76eab62f8b648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5d9c5fc35645e6" /><Relationship Type="http://schemas.openxmlformats.org/officeDocument/2006/relationships/slideMaster" Target="/ppt/slideMasters/slideMaster1.xml" Id="R2e58b02d63ae4e5d" /><Relationship Type="http://schemas.openxmlformats.org/officeDocument/2006/relationships/notesMaster" Target="/ppt/notesMasters/notesMaster1.xml" Id="R4a7e29eebcce48ed" /><Relationship Type="http://schemas.openxmlformats.org/officeDocument/2006/relationships/presProps" Target="/ppt/presProps.xml" Id="R6c41f8f2469d4d6c" /><Relationship Type="http://schemas.openxmlformats.org/officeDocument/2006/relationships/tableStyles" Target="/ppt/tableStyles.xml" Id="R977f996e403546b5" /><Relationship Type="http://schemas.openxmlformats.org/officeDocument/2006/relationships/slide" Target="/ppt/slides/slide1.xml" Id="Rdfaeedf90a6446c6" /><Relationship Type="http://schemas.openxmlformats.org/officeDocument/2006/relationships/slide" Target="/ppt/slides/slide2.xml" Id="Radcf6c62ee1e4704" /><Relationship Type="http://schemas.openxmlformats.org/officeDocument/2006/relationships/slide" Target="/ppt/slides/slide3.xml" Id="R7ab5ed7ddd4e40aa" /><Relationship Type="http://schemas.openxmlformats.org/officeDocument/2006/relationships/slide" Target="/ppt/slides/slide4.xml" Id="R76ea23a20ba8440a" /><Relationship Type="http://schemas.openxmlformats.org/officeDocument/2006/relationships/slide" Target="/ppt/slides/slide5.xml" Id="R3992ea96483d46f3" /><Relationship Type="http://schemas.openxmlformats.org/officeDocument/2006/relationships/slide" Target="/ppt/slides/slide6.xml" Id="R9ba348815d714942" /><Relationship Type="http://schemas.openxmlformats.org/officeDocument/2006/relationships/slide" Target="/ppt/slides/slide7.xml" Id="Re01cacf07910459d" /><Relationship Type="http://schemas.openxmlformats.org/officeDocument/2006/relationships/slide" Target="/ppt/slides/slide8.xml" Id="Re6adbaa1d6234461" /><Relationship Type="http://schemas.openxmlformats.org/officeDocument/2006/relationships/slide" Target="/ppt/slides/slide9.xml" Id="Re8c4d19732cd4c87" /><Relationship Type="http://schemas.openxmlformats.org/officeDocument/2006/relationships/slide" Target="/ppt/slides/slide10.xml" Id="R4d9f1c1d66c44e71" /><Relationship Type="http://schemas.openxmlformats.org/officeDocument/2006/relationships/slide" Target="/ppt/slides/slide11.xml" Id="Rb99bfa28c37046d9" /><Relationship Type="http://schemas.openxmlformats.org/officeDocument/2006/relationships/slide" Target="/ppt/slides/slide12.xml" Id="R109e6a7679c94929" /><Relationship Type="http://schemas.openxmlformats.org/officeDocument/2006/relationships/slide" Target="/ppt/slides/slide13.xml" Id="R2d131b4bb3ba4c40" /><Relationship Type="http://schemas.openxmlformats.org/officeDocument/2006/relationships/slide" Target="/ppt/slides/slide14.xml" Id="R7179d9fb06774468" /><Relationship Type="http://schemas.openxmlformats.org/officeDocument/2006/relationships/slide" Target="/ppt/slides/slide15.xml" Id="Rd76eab62f8b6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91ac3d51044f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f1db2bf644981" /><Relationship Type="http://schemas.openxmlformats.org/officeDocument/2006/relationships/notesMaster" Target="/ppt/notesMasters/notesMaster1.xml" Id="R70c137fe68ad49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fce1d851844ba" /><Relationship Type="http://schemas.openxmlformats.org/officeDocument/2006/relationships/notesMaster" Target="/ppt/notesMasters/notesMaster1.xml" Id="R58db502dcbed40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366da3f7e475f" /><Relationship Type="http://schemas.openxmlformats.org/officeDocument/2006/relationships/notesMaster" Target="/ppt/notesMasters/notesMaster1.xml" Id="Rbfa80ec2abf44f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592920f4944b9" /><Relationship Type="http://schemas.openxmlformats.org/officeDocument/2006/relationships/notesMaster" Target="/ppt/notesMasters/notesMaster1.xml" Id="Rc2d2844a4cbd48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4a580b12ce44db" /><Relationship Type="http://schemas.openxmlformats.org/officeDocument/2006/relationships/notesMaster" Target="/ppt/notesMasters/notesMaster1.xml" Id="R9d98e8f6f18b43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69b6d1c984edb" /><Relationship Type="http://schemas.openxmlformats.org/officeDocument/2006/relationships/notesMaster" Target="/ppt/notesMasters/notesMaster1.xml" Id="R9bb087549bb0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3cc98917be478e" /><Relationship Type="http://schemas.openxmlformats.org/officeDocument/2006/relationships/notesMaster" Target="/ppt/notesMasters/notesMaster1.xml" Id="R2b134de937aa4f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e37bfcf4d4013" /><Relationship Type="http://schemas.openxmlformats.org/officeDocument/2006/relationships/notesMaster" Target="/ppt/notesMasters/notesMaster1.xml" Id="R73f6508fe67e4b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0f93c5cda4f38" /><Relationship Type="http://schemas.openxmlformats.org/officeDocument/2006/relationships/notesMaster" Target="/ppt/notesMasters/notesMaster1.xml" Id="Rb534a675512f48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fa0212111247f1" /><Relationship Type="http://schemas.openxmlformats.org/officeDocument/2006/relationships/notesMaster" Target="/ppt/notesMasters/notesMaster1.xml" Id="Ra683c1cc176344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f67e1adea54248" /><Relationship Type="http://schemas.openxmlformats.org/officeDocument/2006/relationships/notesMaster" Target="/ppt/notesMasters/notesMaster1.xml" Id="R260f7fd1664141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d5eafc84f04421" /><Relationship Type="http://schemas.openxmlformats.org/officeDocument/2006/relationships/notesMaster" Target="/ppt/notesMasters/notesMaster1.xml" Id="Ra5b49cf8d95146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96d3fffa11475f" /><Relationship Type="http://schemas.openxmlformats.org/officeDocument/2006/relationships/notesMaster" Target="/ppt/notesMasters/notesMaster1.xml" Id="R8db96e060b3444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6db4c8ba4f4685" /><Relationship Type="http://schemas.openxmlformats.org/officeDocument/2006/relationships/notesMaster" Target="/ppt/notesMasters/notesMaster1.xml" Id="R2e5289ab729f4d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4ecbbb5fa34f90" /><Relationship Type="http://schemas.openxmlformats.org/officeDocument/2006/relationships/notesMaster" Target="/ppt/notesMasters/notesMaster1.xml" Id="Rb37140c3e054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07d787e1d42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bb575530d49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6ce8c7c7840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ba3ed54af49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fe323a0ec48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911bd78d84c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DDFF9-D9B6-4B0D-8DD8-8066EB2D5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339048-E7A3-441F-B452-DA9FF0DE49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1D162F-4AB4-41DB-BB5A-A7583FEAA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3B598B-5EEF-4988-9858-D170E796D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A4AB1E-D7EB-44D0-910B-37FA10399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3BDEC1-8D44-4F5C-804C-45D270407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48E97-23BD-4A30-961E-9800D7D07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3DE1C9-7DA1-49C4-A34B-1E93164635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C44F84-94CA-4D24-A6B4-8010C7EE0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6B7D27-E0D8-442D-9C45-307FBBBD3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77047c74f4546" /><Relationship Type="http://schemas.openxmlformats.org/officeDocument/2006/relationships/slideLayout" Target="/ppt/slideLayouts/slideLayout1.xml" Id="R40f7246138054324" /><Relationship Type="http://schemas.openxmlformats.org/officeDocument/2006/relationships/slideLayout" Target="/ppt/slideLayouts/slideLayout2.xml" Id="Rab961478519b40bd" /><Relationship Type="http://schemas.openxmlformats.org/officeDocument/2006/relationships/slideLayout" Target="/ppt/slideLayouts/slideLayout3.xml" Id="Re464652d56ed469f" /><Relationship Type="http://schemas.openxmlformats.org/officeDocument/2006/relationships/slideLayout" Target="/ppt/slideLayouts/slideLayout4.xml" Id="Rf477cc2c0c3d472a" /><Relationship Type="http://schemas.openxmlformats.org/officeDocument/2006/relationships/slideLayout" Target="/ppt/slideLayouts/slideLayout5.xml" Id="Ra192596f9d5c4955" /><Relationship Type="http://schemas.openxmlformats.org/officeDocument/2006/relationships/slideLayout" Target="/ppt/slideLayouts/slideLayout6.xml" Id="Rfeaf70a20fe845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7246138054324"/>
    <p:sldLayoutId xmlns:r="http://schemas.openxmlformats.org/officeDocument/2006/relationships" id="2147483650" r:id="Rab961478519b40bd"/>
    <p:sldLayoutId xmlns:r="http://schemas.openxmlformats.org/officeDocument/2006/relationships" id="2147483651" r:id="Re464652d56ed469f"/>
    <p:sldLayoutId xmlns:r="http://schemas.openxmlformats.org/officeDocument/2006/relationships" id="2147483652" r:id="Rf477cc2c0c3d472a"/>
    <p:sldLayoutId xmlns:r="http://schemas.openxmlformats.org/officeDocument/2006/relationships" id="2147483653" r:id="Ra192596f9d5c4955"/>
    <p:sldLayoutId xmlns:r="http://schemas.openxmlformats.org/officeDocument/2006/relationships" id="2147483654" r:id="Rfeaf70a20fe845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72de77fc44f1c" /><Relationship Type="http://schemas.openxmlformats.org/officeDocument/2006/relationships/image" Target="/ppt/media/image.jpeg" Id="R1153a60f21d04308" /><Relationship Type="http://schemas.openxmlformats.org/officeDocument/2006/relationships/notesSlide" Target="/ppt/notesSlides/notesSlide1.xml" Id="Rfb9a17df9696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f034ac85546a1" /><Relationship Type="http://schemas.openxmlformats.org/officeDocument/2006/relationships/image" Target="/ppt/media/image2.jpeg" Id="Rcd5637cb236449f1" /><Relationship Type="http://schemas.openxmlformats.org/officeDocument/2006/relationships/notesSlide" Target="/ppt/notesSlides/notesSlide2.xml" Id="Ra6efc1508654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3d0dfb74d4008" /><Relationship Type="http://schemas.openxmlformats.org/officeDocument/2006/relationships/image" Target="/ppt/media/image3.jpeg" Id="R678ba1b2129347a1" /><Relationship Type="http://schemas.openxmlformats.org/officeDocument/2006/relationships/notesSlide" Target="/ppt/notesSlides/notesSlide3.xml" Id="R7640b65b256d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70b4c85ba4d0a" /><Relationship Type="http://schemas.openxmlformats.org/officeDocument/2006/relationships/image" Target="/ppt/media/image4.jpeg" Id="Re5bc706c5b644082" /><Relationship Type="http://schemas.openxmlformats.org/officeDocument/2006/relationships/notesSlide" Target="/ppt/notesSlides/notesSlide4.xml" Id="Re50f0f91a9c2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7cc7a0f984dae" /><Relationship Type="http://schemas.openxmlformats.org/officeDocument/2006/relationships/image" Target="/ppt/media/image5.jpeg" Id="R7bccb39427064917" /><Relationship Type="http://schemas.openxmlformats.org/officeDocument/2006/relationships/notesSlide" Target="/ppt/notesSlides/notesSlide5.xml" Id="Ra6da3633c21043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11ad517f74529" /><Relationship Type="http://schemas.openxmlformats.org/officeDocument/2006/relationships/image" Target="/ppt/media/image6.jpeg" Id="Ra0d46e0149ca44eb" /><Relationship Type="http://schemas.openxmlformats.org/officeDocument/2006/relationships/notesSlide" Target="/ppt/notesSlides/notesSlide6.xml" Id="R197a653d7b96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a688a9d384585" /><Relationship Type="http://schemas.openxmlformats.org/officeDocument/2006/relationships/image" Target="/ppt/media/image7.jpeg" Id="Rd0d3afb0c75e48ef" /><Relationship Type="http://schemas.openxmlformats.org/officeDocument/2006/relationships/notesSlide" Target="/ppt/notesSlides/notesSlide7.xml" Id="R95b09faadc92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877b55e4f4b09" /><Relationship Type="http://schemas.openxmlformats.org/officeDocument/2006/relationships/image" Target="/ppt/media/image8.jpeg" Id="Rff350c5b498143d9" /><Relationship Type="http://schemas.openxmlformats.org/officeDocument/2006/relationships/notesSlide" Target="/ppt/notesSlides/notesSlide8.xml" Id="R9efdc1dd867840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7330763f24b95" /><Relationship Type="http://schemas.openxmlformats.org/officeDocument/2006/relationships/image" Target="/ppt/media/image9.jpeg" Id="Rb55ec93502984eb6" /><Relationship Type="http://schemas.openxmlformats.org/officeDocument/2006/relationships/notesSlide" Target="/ppt/notesSlides/notesSlide9.xml" Id="R95de78f90c06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b86d4fce14a00" /><Relationship Type="http://schemas.openxmlformats.org/officeDocument/2006/relationships/image" Target="/ppt/media/image10.jpeg" Id="Ra7faf0b16ddf4255" /><Relationship Type="http://schemas.openxmlformats.org/officeDocument/2006/relationships/notesSlide" Target="/ppt/notesSlides/notesSlide10.xml" Id="R88b6f41870c643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eb29a551843b8" /><Relationship Type="http://schemas.openxmlformats.org/officeDocument/2006/relationships/image" Target="/ppt/media/image11.jpeg" Id="R640ca4922f2b4517" /><Relationship Type="http://schemas.openxmlformats.org/officeDocument/2006/relationships/notesSlide" Target="/ppt/notesSlides/notesSlide11.xml" Id="Rcce440280f6246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ace22517a4f00" /><Relationship Type="http://schemas.openxmlformats.org/officeDocument/2006/relationships/image" Target="/ppt/media/image12.jpeg" Id="Re1491108ff0b47c8" /><Relationship Type="http://schemas.openxmlformats.org/officeDocument/2006/relationships/notesSlide" Target="/ppt/notesSlides/notesSlide12.xml" Id="R9871c13d05f048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86e64cea345b5" /><Relationship Type="http://schemas.openxmlformats.org/officeDocument/2006/relationships/image" Target="/ppt/media/image13.jpeg" Id="Rb02951d86b5b46f0" /><Relationship Type="http://schemas.openxmlformats.org/officeDocument/2006/relationships/notesSlide" Target="/ppt/notesSlides/notesSlide13.xml" Id="R4eaacde1f21444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b3788de174e51" /><Relationship Type="http://schemas.openxmlformats.org/officeDocument/2006/relationships/image" Target="/ppt/media/image14.jpeg" Id="Re223fc487f6b4221" /><Relationship Type="http://schemas.openxmlformats.org/officeDocument/2006/relationships/notesSlide" Target="/ppt/notesSlides/notesSlide14.xml" Id="R1d82235cc7484e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bc53bebce4c24" /><Relationship Type="http://schemas.openxmlformats.org/officeDocument/2006/relationships/image" Target="/ppt/media/image15.jpeg" Id="R409cdbaeb4224d05" /><Relationship Type="http://schemas.openxmlformats.org/officeDocument/2006/relationships/notesSlide" Target="/ppt/notesSlides/notesSlide15.xml" Id="R4e039505d94c4b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34373-39FE-4043-98E8-AE9188A36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3a60f21d0430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797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5D2A0-7470-419A-9F8E-3701AE0FA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637cb236449f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02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BFB05-AB78-4C14-BDFC-E07E47C68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ba1b2129347a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590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0754F-D22C-4234-86B4-9ED3FBC71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c706c5b64408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7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85E81-72BC-44FF-9819-E5A39B9D3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cb3942706491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79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C8346-08EE-4535-AEA2-2658B74F9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46e0149ca44e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59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20682-55D3-49E5-9C26-F951C1154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3afb0c75e48ef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76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85455-4F92-422A-B722-C82A0E4338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50c5b498143d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583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BA8B-8760-4DB4-915C-EA7898E3B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ec93502984eb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95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D7C6C-3ACC-4E99-A680-7508D6D48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af0b16ddf425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51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25DFC-2C26-4DD2-A525-5A349FC179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ca4922f2b451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20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64678-B08C-459F-8453-5737E00B9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91108ff0b47c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160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9CD15-AF4F-410B-B83D-E70F2B5E4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951d86b5b46f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357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EE1C5-C107-48B1-B5E7-B46BAE292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3fc487f6b422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003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C759F-1E2E-4AE9-A7C3-B63938B81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cdbaeb4224d0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49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2026-10-29T00:08:29.6920000Z</dcterms:created>
  <dcterms:modified xsi:type="dcterms:W3CDTF">2026-10-29T00:08:29.6920000Z</dcterms:modified>
</coreProperties>
</file>