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324cc4a4c4426a" /><Relationship Type="http://schemas.openxmlformats.org/officeDocument/2006/relationships/extended-properties" Target="/docProps/app.xml" Id="R0202049308704866" /><Relationship Type="http://schemas.openxmlformats.org/officeDocument/2006/relationships/officeDocument" Target="/ppt/presentation.xml" Id="Rec2076a592604d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f2b6d1922348c8"/>
  </p:sldMasterIdLst>
  <p:notesMasterIdLst>
    <p:notesMasterId xmlns:r="http://schemas.openxmlformats.org/officeDocument/2006/relationships" r:id="Rf69c3e07f5f24ef2"/>
  </p:notesMasterIdLst>
  <p:sldIdLst>
    <p:sldId xmlns:r="http://schemas.openxmlformats.org/officeDocument/2006/relationships" id="256" r:id="R1e3bd108f2f44ec9"/>
    <p:sldId xmlns:r="http://schemas.openxmlformats.org/officeDocument/2006/relationships" id="257" r:id="Rf87f828111c24532"/>
    <p:sldId xmlns:r="http://schemas.openxmlformats.org/officeDocument/2006/relationships" id="258" r:id="Re657249317a949b2"/>
    <p:sldId xmlns:r="http://schemas.openxmlformats.org/officeDocument/2006/relationships" id="259" r:id="R499a4626a60448e0"/>
    <p:sldId xmlns:r="http://schemas.openxmlformats.org/officeDocument/2006/relationships" id="260" r:id="R82343594125e44fb"/>
    <p:sldId xmlns:r="http://schemas.openxmlformats.org/officeDocument/2006/relationships" id="261" r:id="R02855a96b1654ade"/>
    <p:sldId xmlns:r="http://schemas.openxmlformats.org/officeDocument/2006/relationships" id="262" r:id="Rc5a8be04128c4fa7"/>
    <p:sldId xmlns:r="http://schemas.openxmlformats.org/officeDocument/2006/relationships" id="263" r:id="R15c93c0757ac467b"/>
    <p:sldId xmlns:r="http://schemas.openxmlformats.org/officeDocument/2006/relationships" id="264" r:id="R2b525177ac2c41ab"/>
    <p:sldId xmlns:r="http://schemas.openxmlformats.org/officeDocument/2006/relationships" id="265" r:id="R20b9b7393a964b86"/>
    <p:sldId xmlns:r="http://schemas.openxmlformats.org/officeDocument/2006/relationships" id="266" r:id="R7f87ae5e4cb34878"/>
    <p:sldId xmlns:r="http://schemas.openxmlformats.org/officeDocument/2006/relationships" id="267" r:id="Ra3c403dfcdb54832"/>
    <p:sldId xmlns:r="http://schemas.openxmlformats.org/officeDocument/2006/relationships" id="268" r:id="R6dd06c941f0f48e3"/>
    <p:sldId xmlns:r="http://schemas.openxmlformats.org/officeDocument/2006/relationships" id="269" r:id="Rb0208846eb354114"/>
    <p:sldId xmlns:r="http://schemas.openxmlformats.org/officeDocument/2006/relationships" id="270" r:id="R25d590cf36814e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106eab68a24507" /><Relationship Type="http://schemas.openxmlformats.org/officeDocument/2006/relationships/slideMaster" Target="/ppt/slideMasters/slideMaster1.xml" Id="R4bf2b6d1922348c8" /><Relationship Type="http://schemas.openxmlformats.org/officeDocument/2006/relationships/notesMaster" Target="/ppt/notesMasters/notesMaster1.xml" Id="Rf69c3e07f5f24ef2" /><Relationship Type="http://schemas.openxmlformats.org/officeDocument/2006/relationships/presProps" Target="/ppt/presProps.xml" Id="Rb2f2fac186f340eb" /><Relationship Type="http://schemas.openxmlformats.org/officeDocument/2006/relationships/tableStyles" Target="/ppt/tableStyles.xml" Id="Ra66f127a30a944f2" /><Relationship Type="http://schemas.openxmlformats.org/officeDocument/2006/relationships/slide" Target="/ppt/slides/slide1.xml" Id="R1e3bd108f2f44ec9" /><Relationship Type="http://schemas.openxmlformats.org/officeDocument/2006/relationships/slide" Target="/ppt/slides/slide2.xml" Id="Rf87f828111c24532" /><Relationship Type="http://schemas.openxmlformats.org/officeDocument/2006/relationships/slide" Target="/ppt/slides/slide3.xml" Id="Re657249317a949b2" /><Relationship Type="http://schemas.openxmlformats.org/officeDocument/2006/relationships/slide" Target="/ppt/slides/slide4.xml" Id="R499a4626a60448e0" /><Relationship Type="http://schemas.openxmlformats.org/officeDocument/2006/relationships/slide" Target="/ppt/slides/slide5.xml" Id="R82343594125e44fb" /><Relationship Type="http://schemas.openxmlformats.org/officeDocument/2006/relationships/slide" Target="/ppt/slides/slide6.xml" Id="R02855a96b1654ade" /><Relationship Type="http://schemas.openxmlformats.org/officeDocument/2006/relationships/slide" Target="/ppt/slides/slide7.xml" Id="Rc5a8be04128c4fa7" /><Relationship Type="http://schemas.openxmlformats.org/officeDocument/2006/relationships/slide" Target="/ppt/slides/slide8.xml" Id="R15c93c0757ac467b" /><Relationship Type="http://schemas.openxmlformats.org/officeDocument/2006/relationships/slide" Target="/ppt/slides/slide9.xml" Id="R2b525177ac2c41ab" /><Relationship Type="http://schemas.openxmlformats.org/officeDocument/2006/relationships/slide" Target="/ppt/slides/slide10.xml" Id="R20b9b7393a964b86" /><Relationship Type="http://schemas.openxmlformats.org/officeDocument/2006/relationships/slide" Target="/ppt/slides/slide11.xml" Id="R7f87ae5e4cb34878" /><Relationship Type="http://schemas.openxmlformats.org/officeDocument/2006/relationships/slide" Target="/ppt/slides/slide12.xml" Id="Ra3c403dfcdb54832" /><Relationship Type="http://schemas.openxmlformats.org/officeDocument/2006/relationships/slide" Target="/ppt/slides/slide13.xml" Id="R6dd06c941f0f48e3" /><Relationship Type="http://schemas.openxmlformats.org/officeDocument/2006/relationships/slide" Target="/ppt/slides/slide14.xml" Id="Rb0208846eb354114" /><Relationship Type="http://schemas.openxmlformats.org/officeDocument/2006/relationships/slide" Target="/ppt/slides/slide15.xml" Id="R25d590cf36814e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31217372fa4e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9d6900bd9f4ce4" /><Relationship Type="http://schemas.openxmlformats.org/officeDocument/2006/relationships/notesMaster" Target="/ppt/notesMasters/notesMaster1.xml" Id="Rbcfc02c52e2045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3448d862b24fdc" /><Relationship Type="http://schemas.openxmlformats.org/officeDocument/2006/relationships/notesMaster" Target="/ppt/notesMasters/notesMaster1.xml" Id="R8f48e3493bf74a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8ad20f638e4ec7" /><Relationship Type="http://schemas.openxmlformats.org/officeDocument/2006/relationships/notesMaster" Target="/ppt/notesMasters/notesMaster1.xml" Id="Rdf9ac57e3e3240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9012ff16e84170" /><Relationship Type="http://schemas.openxmlformats.org/officeDocument/2006/relationships/notesMaster" Target="/ppt/notesMasters/notesMaster1.xml" Id="Rd1cb5d32574c46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cd4ce1829d4bcc" /><Relationship Type="http://schemas.openxmlformats.org/officeDocument/2006/relationships/notesMaster" Target="/ppt/notesMasters/notesMaster1.xml" Id="Rd2f9c8815e5049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52ae7e7a80461d" /><Relationship Type="http://schemas.openxmlformats.org/officeDocument/2006/relationships/notesMaster" Target="/ppt/notesMasters/notesMaster1.xml" Id="Re9348b88ae7348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5c1b3b82594077" /><Relationship Type="http://schemas.openxmlformats.org/officeDocument/2006/relationships/notesMaster" Target="/ppt/notesMasters/notesMaster1.xml" Id="R373ac192278e41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69f2af8d984452" /><Relationship Type="http://schemas.openxmlformats.org/officeDocument/2006/relationships/notesMaster" Target="/ppt/notesMasters/notesMaster1.xml" Id="R1249599d264042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8aa11dd53b4f2d" /><Relationship Type="http://schemas.openxmlformats.org/officeDocument/2006/relationships/notesMaster" Target="/ppt/notesMasters/notesMaster1.xml" Id="R8e9a2f12517245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31731eaf3b41b5" /><Relationship Type="http://schemas.openxmlformats.org/officeDocument/2006/relationships/notesMaster" Target="/ppt/notesMasters/notesMaster1.xml" Id="Rcf960db5651847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221537359f4c3b" /><Relationship Type="http://schemas.openxmlformats.org/officeDocument/2006/relationships/notesMaster" Target="/ppt/notesMasters/notesMaster1.xml" Id="Rb2a2bfac81bb4a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060c49f1e34cbb" /><Relationship Type="http://schemas.openxmlformats.org/officeDocument/2006/relationships/notesMaster" Target="/ppt/notesMasters/notesMaster1.xml" Id="Rb4832a2cbf4d4f9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4fe4365f2b54c50" /><Relationship Type="http://schemas.openxmlformats.org/officeDocument/2006/relationships/notesMaster" Target="/ppt/notesMasters/notesMaster1.xml" Id="Rb55185f19f3247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f42e9fc14e4463" /><Relationship Type="http://schemas.openxmlformats.org/officeDocument/2006/relationships/notesMaster" Target="/ppt/notesMasters/notesMaster1.xml" Id="Ref5594f4a236415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1b9a546180642b1" /><Relationship Type="http://schemas.openxmlformats.org/officeDocument/2006/relationships/notesMaster" Target="/ppt/notesMasters/notesMaster1.xml" Id="Rd5db02d0ce0342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f2a1c0360e46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51edc73af047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d5a3c3791f4f3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b6c2535ba7487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4e5c3e4a547e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fac0f5403147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3D7313-5757-4404-9044-A2379BE18C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82DB20-3EF2-4B53-AA6A-097E0E4D7F2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18A9EAA-8486-4A18-9B84-37326C29AB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734B39-168F-4215-9FF2-0C602ABEEC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5EE0E99-81FE-4E39-AD21-95D95418C2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798E4E0-083A-46D0-AAF3-133D74EF6B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C426FE-B3F4-4EBA-9B3D-026B35613D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7380E1F-03EB-46EF-AA67-34A8A752B0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D58BB8-32B0-4C95-97CA-3E2BB3219A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277857-6D48-401A-B07A-6F13D5AC33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ffc15ead2541c3" /><Relationship Type="http://schemas.openxmlformats.org/officeDocument/2006/relationships/slideLayout" Target="/ppt/slideLayouts/slideLayout1.xml" Id="Rff541dbcf2034556" /><Relationship Type="http://schemas.openxmlformats.org/officeDocument/2006/relationships/slideLayout" Target="/ppt/slideLayouts/slideLayout2.xml" Id="Rf00d63a47ddf488c" /><Relationship Type="http://schemas.openxmlformats.org/officeDocument/2006/relationships/slideLayout" Target="/ppt/slideLayouts/slideLayout3.xml" Id="Rc924e4b3aca4408a" /><Relationship Type="http://schemas.openxmlformats.org/officeDocument/2006/relationships/slideLayout" Target="/ppt/slideLayouts/slideLayout4.xml" Id="R77cd59156e864a77" /><Relationship Type="http://schemas.openxmlformats.org/officeDocument/2006/relationships/slideLayout" Target="/ppt/slideLayouts/slideLayout5.xml" Id="Rf53cf9fbac084a48" /><Relationship Type="http://schemas.openxmlformats.org/officeDocument/2006/relationships/slideLayout" Target="/ppt/slideLayouts/slideLayout6.xml" Id="R6d073ef5c61b4a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541dbcf2034556"/>
    <p:sldLayoutId xmlns:r="http://schemas.openxmlformats.org/officeDocument/2006/relationships" id="2147483650" r:id="Rf00d63a47ddf488c"/>
    <p:sldLayoutId xmlns:r="http://schemas.openxmlformats.org/officeDocument/2006/relationships" id="2147483651" r:id="Rc924e4b3aca4408a"/>
    <p:sldLayoutId xmlns:r="http://schemas.openxmlformats.org/officeDocument/2006/relationships" id="2147483652" r:id="R77cd59156e864a77"/>
    <p:sldLayoutId xmlns:r="http://schemas.openxmlformats.org/officeDocument/2006/relationships" id="2147483653" r:id="Rf53cf9fbac084a48"/>
    <p:sldLayoutId xmlns:r="http://schemas.openxmlformats.org/officeDocument/2006/relationships" id="2147483654" r:id="R6d073ef5c61b4a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31a83427b043e0" /><Relationship Type="http://schemas.openxmlformats.org/officeDocument/2006/relationships/image" Target="/ppt/media/image.jpeg" Id="R78027a79acf14e2f" /><Relationship Type="http://schemas.openxmlformats.org/officeDocument/2006/relationships/notesSlide" Target="/ppt/notesSlides/notesSlide1.xml" Id="R6920e2b22d7841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4eabc13b6a419b" /><Relationship Type="http://schemas.openxmlformats.org/officeDocument/2006/relationships/image" Target="/ppt/media/image2.jpeg" Id="Re0c32c6bb19a4326" /><Relationship Type="http://schemas.openxmlformats.org/officeDocument/2006/relationships/notesSlide" Target="/ppt/notesSlides/notesSlide2.xml" Id="Reffb22985e3a4d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b54da2442740ca" /><Relationship Type="http://schemas.openxmlformats.org/officeDocument/2006/relationships/image" Target="/ppt/media/image3.jpeg" Id="Rd6a0f616b3384ce1" /><Relationship Type="http://schemas.openxmlformats.org/officeDocument/2006/relationships/notesSlide" Target="/ppt/notesSlides/notesSlide3.xml" Id="R00e0663a85b543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41fad28e8448d5" /><Relationship Type="http://schemas.openxmlformats.org/officeDocument/2006/relationships/image" Target="/ppt/media/image4.jpeg" Id="R6ec486a4ae084057" /><Relationship Type="http://schemas.openxmlformats.org/officeDocument/2006/relationships/notesSlide" Target="/ppt/notesSlides/notesSlide4.xml" Id="Rac74ea02259f4f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b63a3aca674ef0" /><Relationship Type="http://schemas.openxmlformats.org/officeDocument/2006/relationships/image" Target="/ppt/media/image5.jpeg" Id="R52b6d249f9f74def" /><Relationship Type="http://schemas.openxmlformats.org/officeDocument/2006/relationships/notesSlide" Target="/ppt/notesSlides/notesSlide5.xml" Id="R9adba6475eca40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db10ddf7c24239" /><Relationship Type="http://schemas.openxmlformats.org/officeDocument/2006/relationships/image" Target="/ppt/media/image6.jpeg" Id="Rd12c0ff367c045f9" /><Relationship Type="http://schemas.openxmlformats.org/officeDocument/2006/relationships/notesSlide" Target="/ppt/notesSlides/notesSlide6.xml" Id="Rc66dafa401d34e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9458de31784f62" /><Relationship Type="http://schemas.openxmlformats.org/officeDocument/2006/relationships/image" Target="/ppt/media/image7.jpeg" Id="R61c098c15650460c" /><Relationship Type="http://schemas.openxmlformats.org/officeDocument/2006/relationships/notesSlide" Target="/ppt/notesSlides/notesSlide7.xml" Id="R03ed80fb84ba41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9f9189ea894563" /><Relationship Type="http://schemas.openxmlformats.org/officeDocument/2006/relationships/image" Target="/ppt/media/image8.jpeg" Id="R5c8b6ea131b64ca1" /><Relationship Type="http://schemas.openxmlformats.org/officeDocument/2006/relationships/notesSlide" Target="/ppt/notesSlides/notesSlide8.xml" Id="Re2ccd507ccc54e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c220b65d4f4ff0" /><Relationship Type="http://schemas.openxmlformats.org/officeDocument/2006/relationships/image" Target="/ppt/media/image9.jpeg" Id="Rb47a735cfe2a431a" /><Relationship Type="http://schemas.openxmlformats.org/officeDocument/2006/relationships/notesSlide" Target="/ppt/notesSlides/notesSlide9.xml" Id="R63cbf943815247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1f0eddafa0496b" /><Relationship Type="http://schemas.openxmlformats.org/officeDocument/2006/relationships/image" Target="/ppt/media/image10.jpeg" Id="R920ab47e429f43ed" /><Relationship Type="http://schemas.openxmlformats.org/officeDocument/2006/relationships/notesSlide" Target="/ppt/notesSlides/notesSlide10.xml" Id="R62ad06037f6948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2f43d944ec4a42" /><Relationship Type="http://schemas.openxmlformats.org/officeDocument/2006/relationships/image" Target="/ppt/media/image11.jpeg" Id="R188d37406aee40bb" /><Relationship Type="http://schemas.openxmlformats.org/officeDocument/2006/relationships/notesSlide" Target="/ppt/notesSlides/notesSlide11.xml" Id="Rd94df046aae34f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4152233343422a" /><Relationship Type="http://schemas.openxmlformats.org/officeDocument/2006/relationships/image" Target="/ppt/media/image12.jpeg" Id="R05843420aad743ab" /><Relationship Type="http://schemas.openxmlformats.org/officeDocument/2006/relationships/notesSlide" Target="/ppt/notesSlides/notesSlide12.xml" Id="R1c09a0005ffd4e8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a8c40b376c492d" /><Relationship Type="http://schemas.openxmlformats.org/officeDocument/2006/relationships/image" Target="/ppt/media/image13.jpeg" Id="R74425784a62d4434" /><Relationship Type="http://schemas.openxmlformats.org/officeDocument/2006/relationships/notesSlide" Target="/ppt/notesSlides/notesSlide13.xml" Id="R12268fdd25ff468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498ff5d3c544f4" /><Relationship Type="http://schemas.openxmlformats.org/officeDocument/2006/relationships/image" Target="/ppt/media/image14.jpeg" Id="Rb4211ece3f554b63" /><Relationship Type="http://schemas.openxmlformats.org/officeDocument/2006/relationships/notesSlide" Target="/ppt/notesSlides/notesSlide14.xml" Id="Rad009ab6b06f4ae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191a5b3ea447c9" /><Relationship Type="http://schemas.openxmlformats.org/officeDocument/2006/relationships/image" Target="/ppt/media/image15.jpeg" Id="R92463c85a9614c92" /><Relationship Type="http://schemas.openxmlformats.org/officeDocument/2006/relationships/notesSlide" Target="/ppt/notesSlides/notesSlide15.xml" Id="R9115bac76d0242e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6E48E-3EC7-43C4-ADE0-56B66DAF93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27a79acf14e2f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2935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23622-B728-4B76-8958-EECF178634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32c6bb19a4326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9942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36190-B8C3-4749-B8B3-DBD55422ED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0f616b3384ce1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2706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33B9E-3206-4233-9C71-C78D9E3047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c486a4ae084057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79420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B9111-D06A-4EE2-9C0E-19ED8B5856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6d249f9f74def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8986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8C362-C1F2-434A-9BEF-CA4D1E9BDD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2c0ff367c045f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8291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E309B-AEF7-49DA-B237-4B23765686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098c15650460c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172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03D17-60B4-4D41-95E2-DF0FE482FE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b6ea131b64ca1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64936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FA567-CC63-425E-BF3B-5825DAF984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7a735cfe2a431a"/>
          <a:stretch xmlns:a="http://schemas.openxmlformats.org/drawingml/2006/main"/>
        </p:blipFill>
        <p:spPr>
          <a:xfrm xmlns:a="http://schemas.openxmlformats.org/drawingml/2006/main">
            <a:off x="0" y="1823"/>
            <a:ext cx="12192000" cy="68543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48385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F26E2-F43A-4FEB-92A2-2F3FAA63B8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ab47e429f43ed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08884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E7FA4-0181-48EF-9E8E-C38C420BD4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d37406aee40bb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76777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7A903-BAC8-4878-90E8-F64364E3FB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43420aad743ab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87584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405A2-695F-40F4-84C0-853420D7FD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25784a62d4434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83448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4FA24-C7FC-40D5-BE00-108EB5DE0B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211ece3f554b63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56397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1F88F-517E-46A7-82D2-CBF2910A0F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63c85a9614c92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2123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2026-10-29T00:18:16.2310000Z</dcterms:created>
  <dcterms:modified xsi:type="dcterms:W3CDTF">2026-10-29T00:18:16.2310000Z</dcterms:modified>
</coreProperties>
</file>