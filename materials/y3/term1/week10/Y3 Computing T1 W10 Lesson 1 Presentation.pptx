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5452d6c4a6043f7" /><Relationship Type="http://schemas.openxmlformats.org/officeDocument/2006/relationships/extended-properties" Target="/docProps/app.xml" Id="R9de74c8b3cba4df1" /><Relationship Type="http://schemas.openxmlformats.org/officeDocument/2006/relationships/officeDocument" Target="/ppt/presentation.xml" Id="R3355de59bb484c8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4a442150c94412b"/>
  </p:sldMasterIdLst>
  <p:notesMasterIdLst>
    <p:notesMasterId xmlns:r="http://schemas.openxmlformats.org/officeDocument/2006/relationships" r:id="R5888058e0ea94688"/>
  </p:notesMasterIdLst>
  <p:sldIdLst>
    <p:sldId xmlns:r="http://schemas.openxmlformats.org/officeDocument/2006/relationships" id="256" r:id="Rb9cd99de5ddc40a7"/>
    <p:sldId xmlns:r="http://schemas.openxmlformats.org/officeDocument/2006/relationships" id="257" r:id="R481519f92a6d4382"/>
    <p:sldId xmlns:r="http://schemas.openxmlformats.org/officeDocument/2006/relationships" id="258" r:id="R9addcc2fdb2e4532"/>
    <p:sldId xmlns:r="http://schemas.openxmlformats.org/officeDocument/2006/relationships" id="259" r:id="R1240ae3a69cf4373"/>
    <p:sldId xmlns:r="http://schemas.openxmlformats.org/officeDocument/2006/relationships" id="260" r:id="Rd01c878dd88c48b3"/>
    <p:sldId xmlns:r="http://schemas.openxmlformats.org/officeDocument/2006/relationships" id="261" r:id="R87446c97b2fd477d"/>
    <p:sldId xmlns:r="http://schemas.openxmlformats.org/officeDocument/2006/relationships" id="262" r:id="R9dd0675584924c1a"/>
    <p:sldId xmlns:r="http://schemas.openxmlformats.org/officeDocument/2006/relationships" id="263" r:id="R0b0c7550e3614151"/>
    <p:sldId xmlns:r="http://schemas.openxmlformats.org/officeDocument/2006/relationships" id="264" r:id="Re9fa8594f25b4e10"/>
    <p:sldId xmlns:r="http://schemas.openxmlformats.org/officeDocument/2006/relationships" id="265" r:id="R481bf0251cd84eaa"/>
    <p:sldId xmlns:r="http://schemas.openxmlformats.org/officeDocument/2006/relationships" id="266" r:id="R85df09a0973a4dd5"/>
    <p:sldId xmlns:r="http://schemas.openxmlformats.org/officeDocument/2006/relationships" id="267" r:id="R1a2e082bb3ab4481"/>
    <p:sldId xmlns:r="http://schemas.openxmlformats.org/officeDocument/2006/relationships" id="268" r:id="Ra30ed91872de4835"/>
    <p:sldId xmlns:r="http://schemas.openxmlformats.org/officeDocument/2006/relationships" id="269" r:id="R8a29f2dcd9eb478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abce8b9705d4f69" /><Relationship Type="http://schemas.openxmlformats.org/officeDocument/2006/relationships/slideMaster" Target="/ppt/slideMasters/slideMaster1.xml" Id="R84a442150c94412b" /><Relationship Type="http://schemas.openxmlformats.org/officeDocument/2006/relationships/notesMaster" Target="/ppt/notesMasters/notesMaster1.xml" Id="R5888058e0ea94688" /><Relationship Type="http://schemas.openxmlformats.org/officeDocument/2006/relationships/presProps" Target="/ppt/presProps.xml" Id="Re778b16a24fb439e" /><Relationship Type="http://schemas.openxmlformats.org/officeDocument/2006/relationships/tableStyles" Target="/ppt/tableStyles.xml" Id="Rc35aadda775741bd" /><Relationship Type="http://schemas.openxmlformats.org/officeDocument/2006/relationships/slide" Target="/ppt/slides/slide1.xml" Id="Rb9cd99de5ddc40a7" /><Relationship Type="http://schemas.openxmlformats.org/officeDocument/2006/relationships/slide" Target="/ppt/slides/slide2.xml" Id="R481519f92a6d4382" /><Relationship Type="http://schemas.openxmlformats.org/officeDocument/2006/relationships/slide" Target="/ppt/slides/slide3.xml" Id="R9addcc2fdb2e4532" /><Relationship Type="http://schemas.openxmlformats.org/officeDocument/2006/relationships/slide" Target="/ppt/slides/slide4.xml" Id="R1240ae3a69cf4373" /><Relationship Type="http://schemas.openxmlformats.org/officeDocument/2006/relationships/slide" Target="/ppt/slides/slide5.xml" Id="Rd01c878dd88c48b3" /><Relationship Type="http://schemas.openxmlformats.org/officeDocument/2006/relationships/slide" Target="/ppt/slides/slide6.xml" Id="R87446c97b2fd477d" /><Relationship Type="http://schemas.openxmlformats.org/officeDocument/2006/relationships/slide" Target="/ppt/slides/slide7.xml" Id="R9dd0675584924c1a" /><Relationship Type="http://schemas.openxmlformats.org/officeDocument/2006/relationships/slide" Target="/ppt/slides/slide8.xml" Id="R0b0c7550e3614151" /><Relationship Type="http://schemas.openxmlformats.org/officeDocument/2006/relationships/slide" Target="/ppt/slides/slide9.xml" Id="Re9fa8594f25b4e10" /><Relationship Type="http://schemas.openxmlformats.org/officeDocument/2006/relationships/slide" Target="/ppt/slides/slide10.xml" Id="R481bf0251cd84eaa" /><Relationship Type="http://schemas.openxmlformats.org/officeDocument/2006/relationships/slide" Target="/ppt/slides/slide11.xml" Id="R85df09a0973a4dd5" /><Relationship Type="http://schemas.openxmlformats.org/officeDocument/2006/relationships/slide" Target="/ppt/slides/slide12.xml" Id="R1a2e082bb3ab4481" /><Relationship Type="http://schemas.openxmlformats.org/officeDocument/2006/relationships/slide" Target="/ppt/slides/slide13.xml" Id="Ra30ed91872de4835" /><Relationship Type="http://schemas.openxmlformats.org/officeDocument/2006/relationships/slide" Target="/ppt/slides/slide14.xml" Id="R8a29f2dcd9eb478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9be03642bdc41f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ebf55ae42ed44e0" /><Relationship Type="http://schemas.openxmlformats.org/officeDocument/2006/relationships/notesMaster" Target="/ppt/notesMasters/notesMaster1.xml" Id="Rcf634acab1d94db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5f46eb98a7841c5" /><Relationship Type="http://schemas.openxmlformats.org/officeDocument/2006/relationships/notesMaster" Target="/ppt/notesMasters/notesMaster1.xml" Id="R2601d2e60b4946a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e87d5bbc7e243c8" /><Relationship Type="http://schemas.openxmlformats.org/officeDocument/2006/relationships/notesMaster" Target="/ppt/notesMasters/notesMaster1.xml" Id="Rc53f61435a5f4ca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8b517a591794d09" /><Relationship Type="http://schemas.openxmlformats.org/officeDocument/2006/relationships/notesMaster" Target="/ppt/notesMasters/notesMaster1.xml" Id="Rd35b49a431524ea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8557a75826e4926" /><Relationship Type="http://schemas.openxmlformats.org/officeDocument/2006/relationships/notesMaster" Target="/ppt/notesMasters/notesMaster1.xml" Id="R9757826d995348f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b13e12518dc4e7a" /><Relationship Type="http://schemas.openxmlformats.org/officeDocument/2006/relationships/notesMaster" Target="/ppt/notesMasters/notesMaster1.xml" Id="R842bed3576df473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a75a52de6ca4edc" /><Relationship Type="http://schemas.openxmlformats.org/officeDocument/2006/relationships/notesMaster" Target="/ppt/notesMasters/notesMaster1.xml" Id="R7af3773f51754e2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fa30981a93b4305" /><Relationship Type="http://schemas.openxmlformats.org/officeDocument/2006/relationships/notesMaster" Target="/ppt/notesMasters/notesMaster1.xml" Id="R3902cf7cacf747b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a01d9fc4f0f4568" /><Relationship Type="http://schemas.openxmlformats.org/officeDocument/2006/relationships/notesMaster" Target="/ppt/notesMasters/notesMaster1.xml" Id="R063737edc3e741d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cd6be667ea04362" /><Relationship Type="http://schemas.openxmlformats.org/officeDocument/2006/relationships/notesMaster" Target="/ppt/notesMasters/notesMaster1.xml" Id="R64e2e9bb3c5c4d7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6d81f4affe941e4" /><Relationship Type="http://schemas.openxmlformats.org/officeDocument/2006/relationships/notesMaster" Target="/ppt/notesMasters/notesMaster1.xml" Id="Rc7c697daab184f9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ba4c5dd87074c46" /><Relationship Type="http://schemas.openxmlformats.org/officeDocument/2006/relationships/notesMaster" Target="/ppt/notesMasters/notesMaster1.xml" Id="R5c701c5d6b4644f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60b5b8790cd43f4" /><Relationship Type="http://schemas.openxmlformats.org/officeDocument/2006/relationships/notesMaster" Target="/ppt/notesMasters/notesMaster1.xml" Id="Re19ff582305c4aa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574ae2ea8754a50" /><Relationship Type="http://schemas.openxmlformats.org/officeDocument/2006/relationships/notesMaster" Target="/ppt/notesMasters/notesMaster1.xml" Id="Refd0dbf43019415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daef6e484f461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e17ee151c648c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e7975b0b4b4db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2f022f4a8f4d2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24baf4ce7c4a7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f7a4394b2a498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301DD35-D5A8-462F-AF5D-EDE7803617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6A85E1A-3D86-4AC3-8B3B-969483B26B7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1234FB7-19D8-4833-BE7B-6F9A269AA8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8E5DEF5-E173-4B4B-8089-5C1F69ED63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28DA462-DF89-47E8-A0AC-05FEA9E6DA3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F08228C-BB80-48D8-8CD9-8DB882A5E1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FA981F1-999D-47FB-981F-060E3D9480E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FA3964D-3043-4493-BA4D-559A8868A00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7508D7B-AA3B-4212-AB16-61E5250275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85013CF-D882-4F2D-9866-8D0C67F8AD6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98c3cef775f446b" /><Relationship Type="http://schemas.openxmlformats.org/officeDocument/2006/relationships/slideLayout" Target="/ppt/slideLayouts/slideLayout1.xml" Id="R473101ae914e43b1" /><Relationship Type="http://schemas.openxmlformats.org/officeDocument/2006/relationships/slideLayout" Target="/ppt/slideLayouts/slideLayout2.xml" Id="Rb2dad0f0a7ed4f12" /><Relationship Type="http://schemas.openxmlformats.org/officeDocument/2006/relationships/slideLayout" Target="/ppt/slideLayouts/slideLayout3.xml" Id="Rb7ac83c407a04334" /><Relationship Type="http://schemas.openxmlformats.org/officeDocument/2006/relationships/slideLayout" Target="/ppt/slideLayouts/slideLayout4.xml" Id="Rb1a352e9234243bb" /><Relationship Type="http://schemas.openxmlformats.org/officeDocument/2006/relationships/slideLayout" Target="/ppt/slideLayouts/slideLayout5.xml" Id="Reddd27fe96e3422b" /><Relationship Type="http://schemas.openxmlformats.org/officeDocument/2006/relationships/slideLayout" Target="/ppt/slideLayouts/slideLayout6.xml" Id="Ref87f6e472f3488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73101ae914e43b1"/>
    <p:sldLayoutId xmlns:r="http://schemas.openxmlformats.org/officeDocument/2006/relationships" id="2147483650" r:id="Rb2dad0f0a7ed4f12"/>
    <p:sldLayoutId xmlns:r="http://schemas.openxmlformats.org/officeDocument/2006/relationships" id="2147483651" r:id="Rb7ac83c407a04334"/>
    <p:sldLayoutId xmlns:r="http://schemas.openxmlformats.org/officeDocument/2006/relationships" id="2147483652" r:id="Rb1a352e9234243bb"/>
    <p:sldLayoutId xmlns:r="http://schemas.openxmlformats.org/officeDocument/2006/relationships" id="2147483653" r:id="Reddd27fe96e3422b"/>
    <p:sldLayoutId xmlns:r="http://schemas.openxmlformats.org/officeDocument/2006/relationships" id="2147483654" r:id="Ref87f6e472f3488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de0f925281437c" /><Relationship Type="http://schemas.openxmlformats.org/officeDocument/2006/relationships/image" Target="/ppt/media/image.jpeg" Id="Ra7742365caaf4a5d" /><Relationship Type="http://schemas.openxmlformats.org/officeDocument/2006/relationships/notesSlide" Target="/ppt/notesSlides/notesSlide1.xml" Id="R9ddc75a5a86b442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3f1f33eef446fc" /><Relationship Type="http://schemas.openxmlformats.org/officeDocument/2006/relationships/image" Target="/ppt/media/image2.jpeg" Id="R929908ac30bf4463" /><Relationship Type="http://schemas.openxmlformats.org/officeDocument/2006/relationships/notesSlide" Target="/ppt/notesSlides/notesSlide2.xml" Id="R41bfc2309ded43e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3183c9b756430e" /><Relationship Type="http://schemas.openxmlformats.org/officeDocument/2006/relationships/image" Target="/ppt/media/image3.jpeg" Id="R4fb906ee65a54911" /><Relationship Type="http://schemas.openxmlformats.org/officeDocument/2006/relationships/notesSlide" Target="/ppt/notesSlides/notesSlide3.xml" Id="Rdaec12f2db274b7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4deb3fb9f0401a" /><Relationship Type="http://schemas.openxmlformats.org/officeDocument/2006/relationships/image" Target="/ppt/media/image4.jpeg" Id="R9f3087d3e9be4f74" /><Relationship Type="http://schemas.openxmlformats.org/officeDocument/2006/relationships/notesSlide" Target="/ppt/notesSlides/notesSlide4.xml" Id="R8443ac2011bb400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039ee911744333" /><Relationship Type="http://schemas.openxmlformats.org/officeDocument/2006/relationships/image" Target="/ppt/media/image5.jpeg" Id="Rca8b050649244394" /><Relationship Type="http://schemas.openxmlformats.org/officeDocument/2006/relationships/notesSlide" Target="/ppt/notesSlides/notesSlide5.xml" Id="R6358d3e38ee04e5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a12cec32664130" /><Relationship Type="http://schemas.openxmlformats.org/officeDocument/2006/relationships/image" Target="/ppt/media/image6.jpeg" Id="R516b741a67744829" /><Relationship Type="http://schemas.openxmlformats.org/officeDocument/2006/relationships/notesSlide" Target="/ppt/notesSlides/notesSlide6.xml" Id="R061666bba6a94df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0473e3e6ba4117" /><Relationship Type="http://schemas.openxmlformats.org/officeDocument/2006/relationships/image" Target="/ppt/media/image7.jpeg" Id="Rf76ef036093e432c" /><Relationship Type="http://schemas.openxmlformats.org/officeDocument/2006/relationships/notesSlide" Target="/ppt/notesSlides/notesSlide7.xml" Id="Rda9c6690a5ee4c7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7cef757f614f45" /><Relationship Type="http://schemas.openxmlformats.org/officeDocument/2006/relationships/image" Target="/ppt/media/image8.jpeg" Id="Rd783bb18185d45d8" /><Relationship Type="http://schemas.openxmlformats.org/officeDocument/2006/relationships/notesSlide" Target="/ppt/notesSlides/notesSlide8.xml" Id="R2ac3a97516fd40e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35ddefde554e02" /><Relationship Type="http://schemas.openxmlformats.org/officeDocument/2006/relationships/image" Target="/ppt/media/image9.jpeg" Id="Ra3b6bb21895143c5" /><Relationship Type="http://schemas.openxmlformats.org/officeDocument/2006/relationships/notesSlide" Target="/ppt/notesSlides/notesSlide9.xml" Id="R8c973fe6f5374b2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5ed9ce803a405d" /><Relationship Type="http://schemas.openxmlformats.org/officeDocument/2006/relationships/image" Target="/ppt/media/image10.jpeg" Id="Ra080d53b69c74f99" /><Relationship Type="http://schemas.openxmlformats.org/officeDocument/2006/relationships/notesSlide" Target="/ppt/notesSlides/notesSlide10.xml" Id="R1b92d548cfef4bb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f1450e05ab4b08" /><Relationship Type="http://schemas.openxmlformats.org/officeDocument/2006/relationships/image" Target="/ppt/media/image11.jpeg" Id="R7d1b227c9d7744dc" /><Relationship Type="http://schemas.openxmlformats.org/officeDocument/2006/relationships/notesSlide" Target="/ppt/notesSlides/notesSlide11.xml" Id="R4264b53fc0a64f0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c5d5fb40d64697" /><Relationship Type="http://schemas.openxmlformats.org/officeDocument/2006/relationships/image" Target="/ppt/media/image12.jpeg" Id="R10e809bfb5a246da" /><Relationship Type="http://schemas.openxmlformats.org/officeDocument/2006/relationships/notesSlide" Target="/ppt/notesSlides/notesSlide12.xml" Id="Rd5fbfcc786954ae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81381944164993" /><Relationship Type="http://schemas.openxmlformats.org/officeDocument/2006/relationships/image" Target="/ppt/media/image13.jpeg" Id="R5a60b2f922ce4a18" /><Relationship Type="http://schemas.openxmlformats.org/officeDocument/2006/relationships/notesSlide" Target="/ppt/notesSlides/notesSlide13.xml" Id="R613db4bc532b415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8311c621734f61" /><Relationship Type="http://schemas.openxmlformats.org/officeDocument/2006/relationships/image" Target="/ppt/media/image14.jpeg" Id="Rc7533261cdb6492e" /><Relationship Type="http://schemas.openxmlformats.org/officeDocument/2006/relationships/notesSlide" Target="/ppt/notesSlides/notesSlide14.xml" Id="Rb67a93c6248b4f5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3EA4C1-1909-45AE-9BE0-558403BC42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742365caaf4a5d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80592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E0C0F4-B259-49E9-91F9-C0C42FC3592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9908ac30bf4463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62145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043B14-1696-4795-8122-0764CFF8F9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b906ee65a54911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16776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F1918D-76FE-4574-A93E-E5FD38355C2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3087d3e9be4f74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53261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C6AAAB-FCFD-4899-AB6D-79D7FCDF61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8b050649244394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28922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A1DBB7-9EC4-4D1B-8E57-A33820D501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6b741a67744829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62286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D9747F-DF0A-4EDC-9BD9-BD3922A2BB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6ef036093e432c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0013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ADACB7-954F-406B-93E0-9E6A190DFE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83bb18185d45d8"/>
          <a:stretch xmlns:a="http://schemas.openxmlformats.org/drawingml/2006/main"/>
        </p:blipFill>
        <p:spPr>
          <a:xfrm xmlns:a="http://schemas.openxmlformats.org/drawingml/2006/main">
            <a:off x="0" y="1823"/>
            <a:ext cx="12192000" cy="685435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9746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539222-36ED-4343-AFC3-8D18E442AD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b6bb21895143c5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3370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58C7D0-0B4E-4194-BB79-B4B7407224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80d53b69c74f99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99429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DB1580-4ED8-4565-B82D-64F4B0640E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1b227c9d7744dc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94810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3FF5D0-7CD6-48F9-A5BB-E7886535B3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e809bfb5a246da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6515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7FD32B-4545-4A4F-A60C-00931C4C82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60b2f922ce4a18"/>
          <a:stretch xmlns:a="http://schemas.openxmlformats.org/drawingml/2006/main"/>
        </p:blipFill>
        <p:spPr>
          <a:xfrm xmlns:a="http://schemas.openxmlformats.org/drawingml/2006/main">
            <a:off x="0" y="1823"/>
            <a:ext cx="12192000" cy="685435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19422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6FA10D-B26F-4CC6-A873-E12FDF91882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533261cdb6492e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3605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2026-10-28T14:59:22.9850000Z</dcterms:created>
  <dcterms:modified xsi:type="dcterms:W3CDTF">2026-10-28T14:59:22.9850000Z</dcterms:modified>
</coreProperties>
</file>