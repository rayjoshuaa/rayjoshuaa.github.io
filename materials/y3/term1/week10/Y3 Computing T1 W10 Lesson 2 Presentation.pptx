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1c8562bc9c4d59" /><Relationship Type="http://schemas.openxmlformats.org/officeDocument/2006/relationships/extended-properties" Target="/docProps/app.xml" Id="R7234f12682a9437c" /><Relationship Type="http://schemas.openxmlformats.org/officeDocument/2006/relationships/officeDocument" Target="/ppt/presentation.xml" Id="Ra771591b159d48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535ac35aa446d0"/>
  </p:sldMasterIdLst>
  <p:notesMasterIdLst>
    <p:notesMasterId xmlns:r="http://schemas.openxmlformats.org/officeDocument/2006/relationships" r:id="Rd963f1198dc9479d"/>
  </p:notesMasterIdLst>
  <p:sldIdLst>
    <p:sldId xmlns:r="http://schemas.openxmlformats.org/officeDocument/2006/relationships" id="256" r:id="R8eb9539516d44b01"/>
    <p:sldId xmlns:r="http://schemas.openxmlformats.org/officeDocument/2006/relationships" id="257" r:id="Rac3ad1e6fa4f4037"/>
    <p:sldId xmlns:r="http://schemas.openxmlformats.org/officeDocument/2006/relationships" id="258" r:id="Ra5bc39db65d84497"/>
    <p:sldId xmlns:r="http://schemas.openxmlformats.org/officeDocument/2006/relationships" id="259" r:id="R988c23c989bc4124"/>
    <p:sldId xmlns:r="http://schemas.openxmlformats.org/officeDocument/2006/relationships" id="260" r:id="R2bd0e3c45a4640ef"/>
    <p:sldId xmlns:r="http://schemas.openxmlformats.org/officeDocument/2006/relationships" id="261" r:id="R7aaf96e1b9c04501"/>
    <p:sldId xmlns:r="http://schemas.openxmlformats.org/officeDocument/2006/relationships" id="262" r:id="R806c28f1ad25411e"/>
    <p:sldId xmlns:r="http://schemas.openxmlformats.org/officeDocument/2006/relationships" id="263" r:id="R78b82d58b646473d"/>
    <p:sldId xmlns:r="http://schemas.openxmlformats.org/officeDocument/2006/relationships" id="264" r:id="Rb9d0eb7b65224c4f"/>
    <p:sldId xmlns:r="http://schemas.openxmlformats.org/officeDocument/2006/relationships" id="265" r:id="R1aab569e49a44ab0"/>
    <p:sldId xmlns:r="http://schemas.openxmlformats.org/officeDocument/2006/relationships" id="266" r:id="Re0de82216f564b6b"/>
    <p:sldId xmlns:r="http://schemas.openxmlformats.org/officeDocument/2006/relationships" id="267" r:id="R8351c5cc6e164d96"/>
    <p:sldId xmlns:r="http://schemas.openxmlformats.org/officeDocument/2006/relationships" id="268" r:id="R67507acfb0784e20"/>
    <p:sldId xmlns:r="http://schemas.openxmlformats.org/officeDocument/2006/relationships" id="269" r:id="R51e4a0a09df142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3d39d7bd7465c" /><Relationship Type="http://schemas.openxmlformats.org/officeDocument/2006/relationships/slideMaster" Target="/ppt/slideMasters/slideMaster1.xml" Id="R62535ac35aa446d0" /><Relationship Type="http://schemas.openxmlformats.org/officeDocument/2006/relationships/notesMaster" Target="/ppt/notesMasters/notesMaster1.xml" Id="Rd963f1198dc9479d" /><Relationship Type="http://schemas.openxmlformats.org/officeDocument/2006/relationships/presProps" Target="/ppt/presProps.xml" Id="Rdbe30772683a4d92" /><Relationship Type="http://schemas.openxmlformats.org/officeDocument/2006/relationships/tableStyles" Target="/ppt/tableStyles.xml" Id="R5821cb2843cc439e" /><Relationship Type="http://schemas.openxmlformats.org/officeDocument/2006/relationships/slide" Target="/ppt/slides/slide1.xml" Id="R8eb9539516d44b01" /><Relationship Type="http://schemas.openxmlformats.org/officeDocument/2006/relationships/slide" Target="/ppt/slides/slide2.xml" Id="Rac3ad1e6fa4f4037" /><Relationship Type="http://schemas.openxmlformats.org/officeDocument/2006/relationships/slide" Target="/ppt/slides/slide3.xml" Id="Ra5bc39db65d84497" /><Relationship Type="http://schemas.openxmlformats.org/officeDocument/2006/relationships/slide" Target="/ppt/slides/slide4.xml" Id="R988c23c989bc4124" /><Relationship Type="http://schemas.openxmlformats.org/officeDocument/2006/relationships/slide" Target="/ppt/slides/slide5.xml" Id="R2bd0e3c45a4640ef" /><Relationship Type="http://schemas.openxmlformats.org/officeDocument/2006/relationships/slide" Target="/ppt/slides/slide6.xml" Id="R7aaf96e1b9c04501" /><Relationship Type="http://schemas.openxmlformats.org/officeDocument/2006/relationships/slide" Target="/ppt/slides/slide7.xml" Id="R806c28f1ad25411e" /><Relationship Type="http://schemas.openxmlformats.org/officeDocument/2006/relationships/slide" Target="/ppt/slides/slide8.xml" Id="R78b82d58b646473d" /><Relationship Type="http://schemas.openxmlformats.org/officeDocument/2006/relationships/slide" Target="/ppt/slides/slide9.xml" Id="Rb9d0eb7b65224c4f" /><Relationship Type="http://schemas.openxmlformats.org/officeDocument/2006/relationships/slide" Target="/ppt/slides/slide10.xml" Id="R1aab569e49a44ab0" /><Relationship Type="http://schemas.openxmlformats.org/officeDocument/2006/relationships/slide" Target="/ppt/slides/slide11.xml" Id="Re0de82216f564b6b" /><Relationship Type="http://schemas.openxmlformats.org/officeDocument/2006/relationships/slide" Target="/ppt/slides/slide12.xml" Id="R8351c5cc6e164d96" /><Relationship Type="http://schemas.openxmlformats.org/officeDocument/2006/relationships/slide" Target="/ppt/slides/slide13.xml" Id="R67507acfb0784e20" /><Relationship Type="http://schemas.openxmlformats.org/officeDocument/2006/relationships/slide" Target="/ppt/slides/slide14.xml" Id="R51e4a0a09df1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4040bf91214c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f77e872b674be2" /><Relationship Type="http://schemas.openxmlformats.org/officeDocument/2006/relationships/notesMaster" Target="/ppt/notesMasters/notesMaster1.xml" Id="R2dad2f764c0545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3295df8f1456a" /><Relationship Type="http://schemas.openxmlformats.org/officeDocument/2006/relationships/notesMaster" Target="/ppt/notesMasters/notesMaster1.xml" Id="R887fc576bc5f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50907f03d84bf9" /><Relationship Type="http://schemas.openxmlformats.org/officeDocument/2006/relationships/notesMaster" Target="/ppt/notesMasters/notesMaster1.xml" Id="Rf48aa7f6e66849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37958e5fa04642" /><Relationship Type="http://schemas.openxmlformats.org/officeDocument/2006/relationships/notesMaster" Target="/ppt/notesMasters/notesMaster1.xml" Id="Rbfe427a851184c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42e25bdcfb43a2" /><Relationship Type="http://schemas.openxmlformats.org/officeDocument/2006/relationships/notesMaster" Target="/ppt/notesMasters/notesMaster1.xml" Id="R9a22aa8a4e1c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b5f1f1c92f4a04" /><Relationship Type="http://schemas.openxmlformats.org/officeDocument/2006/relationships/notesMaster" Target="/ppt/notesMasters/notesMaster1.xml" Id="R881bacc4047444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887b9493fd43b2" /><Relationship Type="http://schemas.openxmlformats.org/officeDocument/2006/relationships/notesMaster" Target="/ppt/notesMasters/notesMaster1.xml" Id="R906c5cb06e304f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db94c1e50340e9" /><Relationship Type="http://schemas.openxmlformats.org/officeDocument/2006/relationships/notesMaster" Target="/ppt/notesMasters/notesMaster1.xml" Id="Rc4e31b6582c743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79b08ff92f4e33" /><Relationship Type="http://schemas.openxmlformats.org/officeDocument/2006/relationships/notesMaster" Target="/ppt/notesMasters/notesMaster1.xml" Id="R7c344a30c1194d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aacbd2b9a54e75" /><Relationship Type="http://schemas.openxmlformats.org/officeDocument/2006/relationships/notesMaster" Target="/ppt/notesMasters/notesMaster1.xml" Id="R22646e88f5fb46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0edc63bd384c0b" /><Relationship Type="http://schemas.openxmlformats.org/officeDocument/2006/relationships/notesMaster" Target="/ppt/notesMasters/notesMaster1.xml" Id="R28799ec17c974e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32556b9ee42fb" /><Relationship Type="http://schemas.openxmlformats.org/officeDocument/2006/relationships/notesMaster" Target="/ppt/notesMasters/notesMaster1.xml" Id="Ree7171a3293f4a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a8c5a255314cbb" /><Relationship Type="http://schemas.openxmlformats.org/officeDocument/2006/relationships/notesMaster" Target="/ppt/notesMasters/notesMaster1.xml" Id="R9c4282b091224d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0b3d823165409e" /><Relationship Type="http://schemas.openxmlformats.org/officeDocument/2006/relationships/notesMaster" Target="/ppt/notesMasters/notesMaster1.xml" Id="R8271c6cf5643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aa28f7beb46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17e75a9db4f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a6505439f46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1c6dbe91b4f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a40f37fea4d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4021b701f48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F40C62-729E-4506-972E-244F51E39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4D8335-7A23-48E3-A7DF-B80CEFBE78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02CB43-AD96-4FD9-8F9A-12FBCB59D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C68BBB-10D3-42D7-B970-DD46FA6827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7EFF74-C404-4575-AADE-D6F1F364A2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DC5C63-F1F6-4543-B961-5DDB84833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31B42E-E025-431F-A937-60B170E33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6191E5-6934-4124-9CFF-1FD822845E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8C0507-DF17-4505-8150-6B8EEEF358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D4D280-0D98-4394-AE0B-8AA106FE8B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b050ab8e84b24" /><Relationship Type="http://schemas.openxmlformats.org/officeDocument/2006/relationships/slideLayout" Target="/ppt/slideLayouts/slideLayout1.xml" Id="Rf06a8e1ab8254c45" /><Relationship Type="http://schemas.openxmlformats.org/officeDocument/2006/relationships/slideLayout" Target="/ppt/slideLayouts/slideLayout2.xml" Id="R344e12bf385d4696" /><Relationship Type="http://schemas.openxmlformats.org/officeDocument/2006/relationships/slideLayout" Target="/ppt/slideLayouts/slideLayout3.xml" Id="R209f909175664d83" /><Relationship Type="http://schemas.openxmlformats.org/officeDocument/2006/relationships/slideLayout" Target="/ppt/slideLayouts/slideLayout4.xml" Id="R21f9220c5306435c" /><Relationship Type="http://schemas.openxmlformats.org/officeDocument/2006/relationships/slideLayout" Target="/ppt/slideLayouts/slideLayout5.xml" Id="Rb26965fe2cce492d" /><Relationship Type="http://schemas.openxmlformats.org/officeDocument/2006/relationships/slideLayout" Target="/ppt/slideLayouts/slideLayout6.xml" Id="R9279ffdb648344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a8e1ab8254c45"/>
    <p:sldLayoutId xmlns:r="http://schemas.openxmlformats.org/officeDocument/2006/relationships" id="2147483650" r:id="R344e12bf385d4696"/>
    <p:sldLayoutId xmlns:r="http://schemas.openxmlformats.org/officeDocument/2006/relationships" id="2147483651" r:id="R209f909175664d83"/>
    <p:sldLayoutId xmlns:r="http://schemas.openxmlformats.org/officeDocument/2006/relationships" id="2147483652" r:id="R21f9220c5306435c"/>
    <p:sldLayoutId xmlns:r="http://schemas.openxmlformats.org/officeDocument/2006/relationships" id="2147483653" r:id="Rb26965fe2cce492d"/>
    <p:sldLayoutId xmlns:r="http://schemas.openxmlformats.org/officeDocument/2006/relationships" id="2147483654" r:id="R9279ffdb648344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6dfb168f74e6b" /><Relationship Type="http://schemas.openxmlformats.org/officeDocument/2006/relationships/image" Target="/ppt/media/image.jpeg" Id="R1b990b6274814add" /><Relationship Type="http://schemas.openxmlformats.org/officeDocument/2006/relationships/notesSlide" Target="/ppt/notesSlides/notesSlide1.xml" Id="Rdd9e26d0d2db41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b0e59512a4bd9" /><Relationship Type="http://schemas.openxmlformats.org/officeDocument/2006/relationships/image" Target="/ppt/media/image2.jpeg" Id="Ra134cc067d604004" /><Relationship Type="http://schemas.openxmlformats.org/officeDocument/2006/relationships/notesSlide" Target="/ppt/notesSlides/notesSlide2.xml" Id="R9db8d2ed73a04f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df722516e4145" /><Relationship Type="http://schemas.openxmlformats.org/officeDocument/2006/relationships/image" Target="/ppt/media/image3.jpeg" Id="Rdfecc45506f44c52" /><Relationship Type="http://schemas.openxmlformats.org/officeDocument/2006/relationships/notesSlide" Target="/ppt/notesSlides/notesSlide3.xml" Id="R93d147ff283341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d460904af4e10" /><Relationship Type="http://schemas.openxmlformats.org/officeDocument/2006/relationships/image" Target="/ppt/media/image4.jpeg" Id="Rd11c58ae71bf475d" /><Relationship Type="http://schemas.openxmlformats.org/officeDocument/2006/relationships/notesSlide" Target="/ppt/notesSlides/notesSlide4.xml" Id="R2f2b6df88b3b4b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5cf31d56b4d2d" /><Relationship Type="http://schemas.openxmlformats.org/officeDocument/2006/relationships/image" Target="/ppt/media/image5.jpeg" Id="Rbe65bf5739854f21" /><Relationship Type="http://schemas.openxmlformats.org/officeDocument/2006/relationships/notesSlide" Target="/ppt/notesSlides/notesSlide5.xml" Id="R74d841866fe6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0c562fbed41a5" /><Relationship Type="http://schemas.openxmlformats.org/officeDocument/2006/relationships/image" Target="/ppt/media/image6.jpeg" Id="R4d09c1c58f574d71" /><Relationship Type="http://schemas.openxmlformats.org/officeDocument/2006/relationships/notesSlide" Target="/ppt/notesSlides/notesSlide6.xml" Id="Rab0d87d00e5443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df81978f14080" /><Relationship Type="http://schemas.openxmlformats.org/officeDocument/2006/relationships/image" Target="/ppt/media/image7.jpeg" Id="Rc9ba6ce861d14cc7" /><Relationship Type="http://schemas.openxmlformats.org/officeDocument/2006/relationships/notesSlide" Target="/ppt/notesSlides/notesSlide7.xml" Id="R72f4910888124a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dff1ca0d048c5" /><Relationship Type="http://schemas.openxmlformats.org/officeDocument/2006/relationships/image" Target="/ppt/media/image8.jpeg" Id="R87250b3d4418450d" /><Relationship Type="http://schemas.openxmlformats.org/officeDocument/2006/relationships/notesSlide" Target="/ppt/notesSlides/notesSlide8.xml" Id="R0b615da021a14f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921786d894ea0" /><Relationship Type="http://schemas.openxmlformats.org/officeDocument/2006/relationships/image" Target="/ppt/media/image9.jpeg" Id="R20987b18ff084b82" /><Relationship Type="http://schemas.openxmlformats.org/officeDocument/2006/relationships/notesSlide" Target="/ppt/notesSlides/notesSlide9.xml" Id="Rb52a495abdf14f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b2831ee5e4274" /><Relationship Type="http://schemas.openxmlformats.org/officeDocument/2006/relationships/image" Target="/ppt/media/image10.jpeg" Id="Rabaa9cccb69f4dd5" /><Relationship Type="http://schemas.openxmlformats.org/officeDocument/2006/relationships/notesSlide" Target="/ppt/notesSlides/notesSlide10.xml" Id="R5c560c55502d4f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23769c4b7481e" /><Relationship Type="http://schemas.openxmlformats.org/officeDocument/2006/relationships/image" Target="/ppt/media/image11.jpeg" Id="Re44c560fc30141ff" /><Relationship Type="http://schemas.openxmlformats.org/officeDocument/2006/relationships/notesSlide" Target="/ppt/notesSlides/notesSlide11.xml" Id="R82f7a4cec55a41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d38ce2a1f4659" /><Relationship Type="http://schemas.openxmlformats.org/officeDocument/2006/relationships/image" Target="/ppt/media/image12.jpeg" Id="R2877b686a08c494c" /><Relationship Type="http://schemas.openxmlformats.org/officeDocument/2006/relationships/notesSlide" Target="/ppt/notesSlides/notesSlide12.xml" Id="R73d0a932003546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f2021b6f34238" /><Relationship Type="http://schemas.openxmlformats.org/officeDocument/2006/relationships/image" Target="/ppt/media/image13.jpeg" Id="R2fa0d7d073444d64" /><Relationship Type="http://schemas.openxmlformats.org/officeDocument/2006/relationships/notesSlide" Target="/ppt/notesSlides/notesSlide13.xml" Id="R86f3cafe417b43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930b6f43f4572" /><Relationship Type="http://schemas.openxmlformats.org/officeDocument/2006/relationships/image" Target="/ppt/media/image14.jpeg" Id="Ra0f01b19ed824699" /><Relationship Type="http://schemas.openxmlformats.org/officeDocument/2006/relationships/notesSlide" Target="/ppt/notesSlides/notesSlide14.xml" Id="Ra53353c8fa644d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0995C-E625-469B-976D-65356956A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90b6274814ad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244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71053-D8C2-4407-A163-1237036A9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4cc067d60400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574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AA80C-39B2-4F9C-9CD1-F05311FB5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cc45506f44c5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345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229C5-B194-4B94-A225-2C41F6B9F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c58ae71bf475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254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B59B6-E6D1-4ACE-B382-7DEAA526B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5bf5739854f2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38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F1BF9-AD51-40E2-A50B-2E141B5AE4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9c1c58f574d7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200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76EE6-18D3-4557-A7FE-44230D6AD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a6ce861d14cc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825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25769-E83F-4720-A760-4B12A63D3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50b3d4418450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223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5A4F5-88F7-4172-8A19-524DB5BE6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87b18ff084b8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5685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74DC7-3B95-4541-97D0-081CB85B86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a9cccb69f4dd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723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DDB58-6458-4C6C-9CE0-A2FC0987EF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c560fc30141f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086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547FD-293E-495A-A727-4F5C78172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7b686a08c494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570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73FE4-2F4C-40D0-9FE8-F32D65B3A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d7d073444d6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6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3C6C7-8EF7-4447-9EE9-F2749A78A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01b19ed82469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95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2026-10-28T15:14:04.9470000Z</dcterms:created>
  <dcterms:modified xsi:type="dcterms:W3CDTF">2026-10-28T15:14:04.9470000Z</dcterms:modified>
</coreProperties>
</file>