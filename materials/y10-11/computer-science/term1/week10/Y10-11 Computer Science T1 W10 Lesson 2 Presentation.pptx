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5d2ee2bffc4b09" /><Relationship Type="http://schemas.openxmlformats.org/officeDocument/2006/relationships/extended-properties" Target="/docProps/app.xml" Id="R27d73210890448ae" /><Relationship Type="http://schemas.openxmlformats.org/officeDocument/2006/relationships/officeDocument" Target="/ppt/presentation.xml" Id="Rc1f9ca6b653246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e35342a0645da"/>
  </p:sldMasterIdLst>
  <p:notesMasterIdLst>
    <p:notesMasterId xmlns:r="http://schemas.openxmlformats.org/officeDocument/2006/relationships" r:id="Rbc178dfbca254d8a"/>
  </p:notesMasterIdLst>
  <p:sldIdLst>
    <p:sldId xmlns:r="http://schemas.openxmlformats.org/officeDocument/2006/relationships" id="256" r:id="R09ee239d3f324f01"/>
    <p:sldId xmlns:r="http://schemas.openxmlformats.org/officeDocument/2006/relationships" id="257" r:id="R4a25a017e8034b35"/>
    <p:sldId xmlns:r="http://schemas.openxmlformats.org/officeDocument/2006/relationships" id="258" r:id="Rd468454e0b3242ed"/>
    <p:sldId xmlns:r="http://schemas.openxmlformats.org/officeDocument/2006/relationships" id="259" r:id="R8718747b40d54c37"/>
    <p:sldId xmlns:r="http://schemas.openxmlformats.org/officeDocument/2006/relationships" id="260" r:id="Rd35e399ac485414e"/>
    <p:sldId xmlns:r="http://schemas.openxmlformats.org/officeDocument/2006/relationships" id="261" r:id="R9d2f1243335341d3"/>
    <p:sldId xmlns:r="http://schemas.openxmlformats.org/officeDocument/2006/relationships" id="262" r:id="R9f2eebc529bf405f"/>
    <p:sldId xmlns:r="http://schemas.openxmlformats.org/officeDocument/2006/relationships" id="263" r:id="R2acabcba8a384ed6"/>
    <p:sldId xmlns:r="http://schemas.openxmlformats.org/officeDocument/2006/relationships" id="264" r:id="R3a4d593a43b94871"/>
    <p:sldId xmlns:r="http://schemas.openxmlformats.org/officeDocument/2006/relationships" id="265" r:id="R86cb0d9a7d8344db"/>
    <p:sldId xmlns:r="http://schemas.openxmlformats.org/officeDocument/2006/relationships" id="266" r:id="R094781b417a54b7d"/>
    <p:sldId xmlns:r="http://schemas.openxmlformats.org/officeDocument/2006/relationships" id="267" r:id="R0506b05836f24af9"/>
    <p:sldId xmlns:r="http://schemas.openxmlformats.org/officeDocument/2006/relationships" id="268" r:id="Rc32a43f6058b4047"/>
    <p:sldId xmlns:r="http://schemas.openxmlformats.org/officeDocument/2006/relationships" id="269" r:id="R98edf9985c5f4229"/>
    <p:sldId xmlns:r="http://schemas.openxmlformats.org/officeDocument/2006/relationships" id="270" r:id="Rcbd4ac867d4644e5"/>
    <p:sldId xmlns:r="http://schemas.openxmlformats.org/officeDocument/2006/relationships" id="271" r:id="Ra9f5ac2cd439439f"/>
    <p:sldId xmlns:r="http://schemas.openxmlformats.org/officeDocument/2006/relationships" id="272" r:id="Rd670e7c486fa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b11297bffa433e" /><Relationship Type="http://schemas.openxmlformats.org/officeDocument/2006/relationships/slideMaster" Target="/ppt/slideMasters/slideMaster1.xml" Id="R82ae35342a0645da" /><Relationship Type="http://schemas.openxmlformats.org/officeDocument/2006/relationships/notesMaster" Target="/ppt/notesMasters/notesMaster1.xml" Id="Rbc178dfbca254d8a" /><Relationship Type="http://schemas.openxmlformats.org/officeDocument/2006/relationships/presProps" Target="/ppt/presProps.xml" Id="R434374c3ea8847c9" /><Relationship Type="http://schemas.openxmlformats.org/officeDocument/2006/relationships/tableStyles" Target="/ppt/tableStyles.xml" Id="R00d0a469ec7a49c1" /><Relationship Type="http://schemas.openxmlformats.org/officeDocument/2006/relationships/slide" Target="/ppt/slides/slide1.xml" Id="R09ee239d3f324f01" /><Relationship Type="http://schemas.openxmlformats.org/officeDocument/2006/relationships/slide" Target="/ppt/slides/slide2.xml" Id="R4a25a017e8034b35" /><Relationship Type="http://schemas.openxmlformats.org/officeDocument/2006/relationships/slide" Target="/ppt/slides/slide3.xml" Id="Rd468454e0b3242ed" /><Relationship Type="http://schemas.openxmlformats.org/officeDocument/2006/relationships/slide" Target="/ppt/slides/slide4.xml" Id="R8718747b40d54c37" /><Relationship Type="http://schemas.openxmlformats.org/officeDocument/2006/relationships/slide" Target="/ppt/slides/slide5.xml" Id="Rd35e399ac485414e" /><Relationship Type="http://schemas.openxmlformats.org/officeDocument/2006/relationships/slide" Target="/ppt/slides/slide6.xml" Id="R9d2f1243335341d3" /><Relationship Type="http://schemas.openxmlformats.org/officeDocument/2006/relationships/slide" Target="/ppt/slides/slide7.xml" Id="R9f2eebc529bf405f" /><Relationship Type="http://schemas.openxmlformats.org/officeDocument/2006/relationships/slide" Target="/ppt/slides/slide8.xml" Id="R2acabcba8a384ed6" /><Relationship Type="http://schemas.openxmlformats.org/officeDocument/2006/relationships/slide" Target="/ppt/slides/slide9.xml" Id="R3a4d593a43b94871" /><Relationship Type="http://schemas.openxmlformats.org/officeDocument/2006/relationships/slide" Target="/ppt/slides/slide10.xml" Id="R86cb0d9a7d8344db" /><Relationship Type="http://schemas.openxmlformats.org/officeDocument/2006/relationships/slide" Target="/ppt/slides/slide11.xml" Id="R094781b417a54b7d" /><Relationship Type="http://schemas.openxmlformats.org/officeDocument/2006/relationships/slide" Target="/ppt/slides/slide12.xml" Id="R0506b05836f24af9" /><Relationship Type="http://schemas.openxmlformats.org/officeDocument/2006/relationships/slide" Target="/ppt/slides/slide13.xml" Id="Rc32a43f6058b4047" /><Relationship Type="http://schemas.openxmlformats.org/officeDocument/2006/relationships/slide" Target="/ppt/slides/slide14.xml" Id="R98edf9985c5f4229" /><Relationship Type="http://schemas.openxmlformats.org/officeDocument/2006/relationships/slide" Target="/ppt/slides/slide15.xml" Id="Rcbd4ac867d4644e5" /><Relationship Type="http://schemas.openxmlformats.org/officeDocument/2006/relationships/slide" Target="/ppt/slides/slide16.xml" Id="Ra9f5ac2cd439439f" /><Relationship Type="http://schemas.openxmlformats.org/officeDocument/2006/relationships/slide" Target="/ppt/slides/slide17.xml" Id="Rd670e7c486fa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26924bff714f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050ebb3a746a6" /><Relationship Type="http://schemas.openxmlformats.org/officeDocument/2006/relationships/notesMaster" Target="/ppt/notesMasters/notesMaster1.xml" Id="R3d5e60e24f6448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a0f206ccfc4cf1" /><Relationship Type="http://schemas.openxmlformats.org/officeDocument/2006/relationships/notesMaster" Target="/ppt/notesMasters/notesMaster1.xml" Id="R8c62034e304b42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b6769d0c8e4f66" /><Relationship Type="http://schemas.openxmlformats.org/officeDocument/2006/relationships/notesMaster" Target="/ppt/notesMasters/notesMaster1.xml" Id="R68d47a65abfd40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c80b3e7eef4b06" /><Relationship Type="http://schemas.openxmlformats.org/officeDocument/2006/relationships/notesMaster" Target="/ppt/notesMasters/notesMaster1.xml" Id="Rdad7bd20366447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e8546806ec4ac1" /><Relationship Type="http://schemas.openxmlformats.org/officeDocument/2006/relationships/notesMaster" Target="/ppt/notesMasters/notesMaster1.xml" Id="R1eb73fdb582346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b2069a0b6349eb" /><Relationship Type="http://schemas.openxmlformats.org/officeDocument/2006/relationships/notesMaster" Target="/ppt/notesMasters/notesMaster1.xml" Id="R32e62e0a50a1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3cd1796e6f48b9" /><Relationship Type="http://schemas.openxmlformats.org/officeDocument/2006/relationships/notesMaster" Target="/ppt/notesMasters/notesMaster1.xml" Id="R54313a5d622645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221a2fa17943ad" /><Relationship Type="http://schemas.openxmlformats.org/officeDocument/2006/relationships/notesMaster" Target="/ppt/notesMasters/notesMaster1.xml" Id="Rf1aebafd32ed47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d8b9cb0c984b52" /><Relationship Type="http://schemas.openxmlformats.org/officeDocument/2006/relationships/notesMaster" Target="/ppt/notesMasters/notesMaster1.xml" Id="R07df19dbf67c42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c1f2d990b542be" /><Relationship Type="http://schemas.openxmlformats.org/officeDocument/2006/relationships/notesMaster" Target="/ppt/notesMasters/notesMaster1.xml" Id="Rb53d07abcae54f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c23f033629447d" /><Relationship Type="http://schemas.openxmlformats.org/officeDocument/2006/relationships/notesMaster" Target="/ppt/notesMasters/notesMaster1.xml" Id="R2a4fda0990fb43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a78003f7b24c0b" /><Relationship Type="http://schemas.openxmlformats.org/officeDocument/2006/relationships/notesMaster" Target="/ppt/notesMasters/notesMaster1.xml" Id="R2beff076455e44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977b6cbe8d4051" /><Relationship Type="http://schemas.openxmlformats.org/officeDocument/2006/relationships/notesMaster" Target="/ppt/notesMasters/notesMaster1.xml" Id="Rd9db050dde1042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7f65cc6de64947" /><Relationship Type="http://schemas.openxmlformats.org/officeDocument/2006/relationships/notesMaster" Target="/ppt/notesMasters/notesMaster1.xml" Id="R28cc2c30bc1c47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11fa96bee543ef" /><Relationship Type="http://schemas.openxmlformats.org/officeDocument/2006/relationships/notesMaster" Target="/ppt/notesMasters/notesMaster1.xml" Id="R166b71d1da1540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aa1cb8a6a646a4" /><Relationship Type="http://schemas.openxmlformats.org/officeDocument/2006/relationships/notesMaster" Target="/ppt/notesMasters/notesMaster1.xml" Id="Rcc88792df4064f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cf61c552d247a8" /><Relationship Type="http://schemas.openxmlformats.org/officeDocument/2006/relationships/notesMaster" Target="/ppt/notesMasters/notesMaster1.xml" Id="R162c26d1789447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9a0584f0c4f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08201c95f4e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45642eed540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520dac53245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a777a2f5a4a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da8e286dc45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B610A0-8656-4469-998B-E5CB2C095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539C3D-68A8-4D5A-B550-3361D2EC99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10EEB0-58D0-43D5-A70B-39B1DA8D9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126F2E-ADA6-4B1B-B721-4D6FA6C9E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024022-9C81-401D-9F0A-46B3D12C4E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B01E2D-926B-436C-8755-13A660D571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4FCF82-3903-43FE-AF72-6936B003C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80FE5A-8BEA-43F4-BCED-66FF6A6AE9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3F5512-9429-490F-8468-F646A3102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D0AEC5-6258-426A-ABD8-AE239E04E6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bbd41863c04a91" /><Relationship Type="http://schemas.openxmlformats.org/officeDocument/2006/relationships/slideLayout" Target="/ppt/slideLayouts/slideLayout1.xml" Id="R866cfe3dda3b4d7e" /><Relationship Type="http://schemas.openxmlformats.org/officeDocument/2006/relationships/slideLayout" Target="/ppt/slideLayouts/slideLayout2.xml" Id="Ree3ef8adf0a54c91" /><Relationship Type="http://schemas.openxmlformats.org/officeDocument/2006/relationships/slideLayout" Target="/ppt/slideLayouts/slideLayout3.xml" Id="R07b4792b8ef8436e" /><Relationship Type="http://schemas.openxmlformats.org/officeDocument/2006/relationships/slideLayout" Target="/ppt/slideLayouts/slideLayout4.xml" Id="R48b908d47e77422f" /><Relationship Type="http://schemas.openxmlformats.org/officeDocument/2006/relationships/slideLayout" Target="/ppt/slideLayouts/slideLayout5.xml" Id="R4dd653e37e4d4fe4" /><Relationship Type="http://schemas.openxmlformats.org/officeDocument/2006/relationships/slideLayout" Target="/ppt/slideLayouts/slideLayout6.xml" Id="Ra675ae2446ec44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cfe3dda3b4d7e"/>
    <p:sldLayoutId xmlns:r="http://schemas.openxmlformats.org/officeDocument/2006/relationships" id="2147483650" r:id="Ree3ef8adf0a54c91"/>
    <p:sldLayoutId xmlns:r="http://schemas.openxmlformats.org/officeDocument/2006/relationships" id="2147483651" r:id="R07b4792b8ef8436e"/>
    <p:sldLayoutId xmlns:r="http://schemas.openxmlformats.org/officeDocument/2006/relationships" id="2147483652" r:id="R48b908d47e77422f"/>
    <p:sldLayoutId xmlns:r="http://schemas.openxmlformats.org/officeDocument/2006/relationships" id="2147483653" r:id="R4dd653e37e4d4fe4"/>
    <p:sldLayoutId xmlns:r="http://schemas.openxmlformats.org/officeDocument/2006/relationships" id="2147483654" r:id="Ra675ae2446ec44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27b5f5f534b55" /><Relationship Type="http://schemas.openxmlformats.org/officeDocument/2006/relationships/image" Target="/ppt/media/image.jpeg" Id="Rc5991e45eeb7409a" /><Relationship Type="http://schemas.openxmlformats.org/officeDocument/2006/relationships/notesSlide" Target="/ppt/notesSlides/notesSlide1.xml" Id="Rddbe7ad9fcb746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31c4db5134186" /><Relationship Type="http://schemas.openxmlformats.org/officeDocument/2006/relationships/image" Target="/ppt/media/image2.jpeg" Id="Rc121a4e74c7b4c8b" /><Relationship Type="http://schemas.openxmlformats.org/officeDocument/2006/relationships/notesSlide" Target="/ppt/notesSlides/notesSlide2.xml" Id="Rca72bb7dd82741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5e35f0af34a8d" /><Relationship Type="http://schemas.openxmlformats.org/officeDocument/2006/relationships/image" Target="/ppt/media/image3.jpeg" Id="R766bb711aad646cb" /><Relationship Type="http://schemas.openxmlformats.org/officeDocument/2006/relationships/notesSlide" Target="/ppt/notesSlides/notesSlide3.xml" Id="Rd3d2022affd545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de41443e2479a" /><Relationship Type="http://schemas.openxmlformats.org/officeDocument/2006/relationships/image" Target="/ppt/media/image4.jpeg" Id="R97784174a1e0455d" /><Relationship Type="http://schemas.openxmlformats.org/officeDocument/2006/relationships/notesSlide" Target="/ppt/notesSlides/notesSlide4.xml" Id="R582d453f092145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8d899f3804923" /><Relationship Type="http://schemas.openxmlformats.org/officeDocument/2006/relationships/image" Target="/ppt/media/image5.jpeg" Id="R63298156fdb245ca" /><Relationship Type="http://schemas.openxmlformats.org/officeDocument/2006/relationships/notesSlide" Target="/ppt/notesSlides/notesSlide5.xml" Id="Red1393a4064146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c102835f14a1f" /><Relationship Type="http://schemas.openxmlformats.org/officeDocument/2006/relationships/image" Target="/ppt/media/image6.jpeg" Id="Ra4830f9c175c4aae" /><Relationship Type="http://schemas.openxmlformats.org/officeDocument/2006/relationships/notesSlide" Target="/ppt/notesSlides/notesSlide6.xml" Id="Rc323ab7c31a545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f482a2cd74345" /><Relationship Type="http://schemas.openxmlformats.org/officeDocument/2006/relationships/image" Target="/ppt/media/image7.jpeg" Id="R8bc576e03e0841c1" /><Relationship Type="http://schemas.openxmlformats.org/officeDocument/2006/relationships/notesSlide" Target="/ppt/notesSlides/notesSlide7.xml" Id="R7a288a34863348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1b517fa4004bba" /><Relationship Type="http://schemas.openxmlformats.org/officeDocument/2006/relationships/image" Target="/ppt/media/image8.jpeg" Id="R304512e450fd4722" /><Relationship Type="http://schemas.openxmlformats.org/officeDocument/2006/relationships/notesSlide" Target="/ppt/notesSlides/notesSlide8.xml" Id="R6b03deb65be04c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7573711f64b4e" /><Relationship Type="http://schemas.openxmlformats.org/officeDocument/2006/relationships/image" Target="/ppt/media/image9.jpeg" Id="R20d9185c67044adb" /><Relationship Type="http://schemas.openxmlformats.org/officeDocument/2006/relationships/notesSlide" Target="/ppt/notesSlides/notesSlide9.xml" Id="R1e3e4272c5524e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bd7d84c244d0b" /><Relationship Type="http://schemas.openxmlformats.org/officeDocument/2006/relationships/image" Target="/ppt/media/image10.jpeg" Id="R01330cd047f04e01" /><Relationship Type="http://schemas.openxmlformats.org/officeDocument/2006/relationships/notesSlide" Target="/ppt/notesSlides/notesSlide10.xml" Id="Rdae941423b494f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6bfa338b64505" /><Relationship Type="http://schemas.openxmlformats.org/officeDocument/2006/relationships/image" Target="/ppt/media/image11.jpeg" Id="R70ae0e062b834ad9" /><Relationship Type="http://schemas.openxmlformats.org/officeDocument/2006/relationships/notesSlide" Target="/ppt/notesSlides/notesSlide11.xml" Id="Rc698617e3c3246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1cac1ec3f49e0" /><Relationship Type="http://schemas.openxmlformats.org/officeDocument/2006/relationships/image" Target="/ppt/media/image12.jpeg" Id="Rb6687adf64804d07" /><Relationship Type="http://schemas.openxmlformats.org/officeDocument/2006/relationships/notesSlide" Target="/ppt/notesSlides/notesSlide12.xml" Id="R47d48c963bf14f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e33767f604894" /><Relationship Type="http://schemas.openxmlformats.org/officeDocument/2006/relationships/image" Target="/ppt/media/image13.jpeg" Id="Rc7229d257fc14beb" /><Relationship Type="http://schemas.openxmlformats.org/officeDocument/2006/relationships/notesSlide" Target="/ppt/notesSlides/notesSlide13.xml" Id="R0fccbc2191bc4c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63811b47e4690" /><Relationship Type="http://schemas.openxmlformats.org/officeDocument/2006/relationships/image" Target="/ppt/media/image14.jpeg" Id="Rb5bad0e7b73e453d" /><Relationship Type="http://schemas.openxmlformats.org/officeDocument/2006/relationships/notesSlide" Target="/ppt/notesSlides/notesSlide14.xml" Id="R00b4573f242c4d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42382bfeb4247" /><Relationship Type="http://schemas.openxmlformats.org/officeDocument/2006/relationships/image" Target="/ppt/media/image15.jpeg" Id="R3196f610d9f040ff" /><Relationship Type="http://schemas.openxmlformats.org/officeDocument/2006/relationships/notesSlide" Target="/ppt/notesSlides/notesSlide15.xml" Id="Re8cd282b0f2541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9bd4eae7d74795" /><Relationship Type="http://schemas.openxmlformats.org/officeDocument/2006/relationships/image" Target="/ppt/media/image16.jpeg" Id="R9b56195900d54207" /><Relationship Type="http://schemas.openxmlformats.org/officeDocument/2006/relationships/notesSlide" Target="/ppt/notesSlides/notesSlide16.xml" Id="R1a282130b8ec47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fddee150840cc" /><Relationship Type="http://schemas.openxmlformats.org/officeDocument/2006/relationships/image" Target="/ppt/media/image17.jpeg" Id="R9dbc8a2ac31f4876" /><Relationship Type="http://schemas.openxmlformats.org/officeDocument/2006/relationships/notesSlide" Target="/ppt/notesSlides/notesSlide17.xml" Id="R1015b481d8674a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173C0-CE00-4FEC-956D-4628ADBC27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91e45eeb7409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655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B04C4-A581-467D-A1A9-7728AD4A0F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1a4e74c7b4c8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2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28BA3-E4FE-4CE6-A7E2-8C46A24A4F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bb711aad646c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480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94401-18B2-4EC3-97E0-9234CB068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84174a1e0455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49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3A4BE-2FCF-4F93-B011-EB7253748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98156fdb245c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259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C8D15-D005-425F-81C7-C39A3D49C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30f9c175c4aa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603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41255-B5D8-485A-AEF8-D9D634DBD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576e03e0841c1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88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8B629-67F4-404B-8D8F-39026ED5E4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512e450fd472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870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540CC-1ADA-4BA9-9176-0865210EDE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9185c67044ad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953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C11BA-43F4-45A1-9DF1-956A3DB61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30cd047f04e0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414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65C51-CE86-4FD2-9A41-9DA598AE6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e0e062b834ad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319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B333E-19EE-404D-9F27-52C814A10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87adf64804d0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936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29AC1-8E62-4910-A4D3-DAEE826EB3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29d257fc14be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184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554FF-5FF9-4C8D-B0EC-93ECC4A8E8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ad0e7b73e453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57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96CDF-0441-4EB2-8889-2A0BCC6D90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6f610d9f040f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252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76F4C-4DAC-42E5-B453-5302D990F4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6195900d5420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299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0D32C-5A4A-4E04-A491-86A0C81E7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c8a2ac31f487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38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2026-10-29T14:28:12.8110000Z</dcterms:created>
  <dcterms:modified xsi:type="dcterms:W3CDTF">2026-10-29T14:28:12.8110000Z</dcterms:modified>
</coreProperties>
</file>