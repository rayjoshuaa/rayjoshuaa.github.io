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80964553da4c6d" /><Relationship Type="http://schemas.openxmlformats.org/officeDocument/2006/relationships/extended-properties" Target="/docProps/app.xml" Id="Rf6e74570ea8640fa" /><Relationship Type="http://schemas.openxmlformats.org/officeDocument/2006/relationships/officeDocument" Target="/ppt/presentation.xml" Id="Raa17a7bc0b1f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28209edc2b4309"/>
  </p:sldMasterIdLst>
  <p:notesMasterIdLst>
    <p:notesMasterId xmlns:r="http://schemas.openxmlformats.org/officeDocument/2006/relationships" r:id="Rc62072dcb5224b3d"/>
  </p:notesMasterIdLst>
  <p:sldIdLst>
    <p:sldId xmlns:r="http://schemas.openxmlformats.org/officeDocument/2006/relationships" id="256" r:id="Rc97dff493cca486b"/>
    <p:sldId xmlns:r="http://schemas.openxmlformats.org/officeDocument/2006/relationships" id="257" r:id="R1f9c14d812a141c5"/>
    <p:sldId xmlns:r="http://schemas.openxmlformats.org/officeDocument/2006/relationships" id="258" r:id="R566f992fd7054514"/>
    <p:sldId xmlns:r="http://schemas.openxmlformats.org/officeDocument/2006/relationships" id="259" r:id="R0a17ea6b9c614eda"/>
    <p:sldId xmlns:r="http://schemas.openxmlformats.org/officeDocument/2006/relationships" id="260" r:id="R1e783de9bdf04917"/>
    <p:sldId xmlns:r="http://schemas.openxmlformats.org/officeDocument/2006/relationships" id="261" r:id="R5b5d1cc38c964ac5"/>
    <p:sldId xmlns:r="http://schemas.openxmlformats.org/officeDocument/2006/relationships" id="262" r:id="R742f2e5a6d7040b9"/>
    <p:sldId xmlns:r="http://schemas.openxmlformats.org/officeDocument/2006/relationships" id="263" r:id="R8526fe13b0a44b0c"/>
    <p:sldId xmlns:r="http://schemas.openxmlformats.org/officeDocument/2006/relationships" id="264" r:id="R9f167bfcdcd348af"/>
    <p:sldId xmlns:r="http://schemas.openxmlformats.org/officeDocument/2006/relationships" id="265" r:id="R5c122acd45064578"/>
    <p:sldId xmlns:r="http://schemas.openxmlformats.org/officeDocument/2006/relationships" id="266" r:id="R19cceb7a99534e5c"/>
    <p:sldId xmlns:r="http://schemas.openxmlformats.org/officeDocument/2006/relationships" id="267" r:id="R99cc797496634809"/>
    <p:sldId xmlns:r="http://schemas.openxmlformats.org/officeDocument/2006/relationships" id="268" r:id="R5b61dc2f0c90441e"/>
    <p:sldId xmlns:r="http://schemas.openxmlformats.org/officeDocument/2006/relationships" id="269" r:id="R587fa414cc5a4233"/>
    <p:sldId xmlns:r="http://schemas.openxmlformats.org/officeDocument/2006/relationships" id="270" r:id="Rb766ab5a0c2a46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31937b2ea5418b" /><Relationship Type="http://schemas.openxmlformats.org/officeDocument/2006/relationships/slideMaster" Target="/ppt/slideMasters/slideMaster1.xml" Id="R8328209edc2b4309" /><Relationship Type="http://schemas.openxmlformats.org/officeDocument/2006/relationships/notesMaster" Target="/ppt/notesMasters/notesMaster1.xml" Id="Rc62072dcb5224b3d" /><Relationship Type="http://schemas.openxmlformats.org/officeDocument/2006/relationships/presProps" Target="/ppt/presProps.xml" Id="Rf4f93afed0e5476c" /><Relationship Type="http://schemas.openxmlformats.org/officeDocument/2006/relationships/tableStyles" Target="/ppt/tableStyles.xml" Id="R2b951bddd8b343d7" /><Relationship Type="http://schemas.openxmlformats.org/officeDocument/2006/relationships/slide" Target="/ppt/slides/slide1.xml" Id="Rc97dff493cca486b" /><Relationship Type="http://schemas.openxmlformats.org/officeDocument/2006/relationships/slide" Target="/ppt/slides/slide2.xml" Id="R1f9c14d812a141c5" /><Relationship Type="http://schemas.openxmlformats.org/officeDocument/2006/relationships/slide" Target="/ppt/slides/slide3.xml" Id="R566f992fd7054514" /><Relationship Type="http://schemas.openxmlformats.org/officeDocument/2006/relationships/slide" Target="/ppt/slides/slide4.xml" Id="R0a17ea6b9c614eda" /><Relationship Type="http://schemas.openxmlformats.org/officeDocument/2006/relationships/slide" Target="/ppt/slides/slide5.xml" Id="R1e783de9bdf04917" /><Relationship Type="http://schemas.openxmlformats.org/officeDocument/2006/relationships/slide" Target="/ppt/slides/slide6.xml" Id="R5b5d1cc38c964ac5" /><Relationship Type="http://schemas.openxmlformats.org/officeDocument/2006/relationships/slide" Target="/ppt/slides/slide7.xml" Id="R742f2e5a6d7040b9" /><Relationship Type="http://schemas.openxmlformats.org/officeDocument/2006/relationships/slide" Target="/ppt/slides/slide8.xml" Id="R8526fe13b0a44b0c" /><Relationship Type="http://schemas.openxmlformats.org/officeDocument/2006/relationships/slide" Target="/ppt/slides/slide9.xml" Id="R9f167bfcdcd348af" /><Relationship Type="http://schemas.openxmlformats.org/officeDocument/2006/relationships/slide" Target="/ppt/slides/slide10.xml" Id="R5c122acd45064578" /><Relationship Type="http://schemas.openxmlformats.org/officeDocument/2006/relationships/slide" Target="/ppt/slides/slide11.xml" Id="R19cceb7a99534e5c" /><Relationship Type="http://schemas.openxmlformats.org/officeDocument/2006/relationships/slide" Target="/ppt/slides/slide12.xml" Id="R99cc797496634809" /><Relationship Type="http://schemas.openxmlformats.org/officeDocument/2006/relationships/slide" Target="/ppt/slides/slide13.xml" Id="R5b61dc2f0c90441e" /><Relationship Type="http://schemas.openxmlformats.org/officeDocument/2006/relationships/slide" Target="/ppt/slides/slide14.xml" Id="R587fa414cc5a4233" /><Relationship Type="http://schemas.openxmlformats.org/officeDocument/2006/relationships/slide" Target="/ppt/slides/slide15.xml" Id="Rb766ab5a0c2a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8df6cc543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34859a3d047cd" /><Relationship Type="http://schemas.openxmlformats.org/officeDocument/2006/relationships/notesMaster" Target="/ppt/notesMasters/notesMaster1.xml" Id="R3e00b9276c1b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1c79b692d3468d" /><Relationship Type="http://schemas.openxmlformats.org/officeDocument/2006/relationships/notesMaster" Target="/ppt/notesMasters/notesMaster1.xml" Id="R6d37887d017349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ef415f0444ab9" /><Relationship Type="http://schemas.openxmlformats.org/officeDocument/2006/relationships/notesMaster" Target="/ppt/notesMasters/notesMaster1.xml" Id="Rb6d19f0c37564a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06eb91193445af" /><Relationship Type="http://schemas.openxmlformats.org/officeDocument/2006/relationships/notesMaster" Target="/ppt/notesMasters/notesMaster1.xml" Id="Rb4290659117f49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885ca5385f40cd" /><Relationship Type="http://schemas.openxmlformats.org/officeDocument/2006/relationships/notesMaster" Target="/ppt/notesMasters/notesMaster1.xml" Id="Rf7ff904e037e4b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90d1186374a70" /><Relationship Type="http://schemas.openxmlformats.org/officeDocument/2006/relationships/notesMaster" Target="/ppt/notesMasters/notesMaster1.xml" Id="R2da73f2aa5f644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389fcac43841a0" /><Relationship Type="http://schemas.openxmlformats.org/officeDocument/2006/relationships/notesMaster" Target="/ppt/notesMasters/notesMaster1.xml" Id="R1ac64b32a12246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e6e81ae7e74504" /><Relationship Type="http://schemas.openxmlformats.org/officeDocument/2006/relationships/notesMaster" Target="/ppt/notesMasters/notesMaster1.xml" Id="R2d41c08bbe4f48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3edf4e40f846fe" /><Relationship Type="http://schemas.openxmlformats.org/officeDocument/2006/relationships/notesMaster" Target="/ppt/notesMasters/notesMaster1.xml" Id="R83bdb5dfae5344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5ed20df4a04071" /><Relationship Type="http://schemas.openxmlformats.org/officeDocument/2006/relationships/notesMaster" Target="/ppt/notesMasters/notesMaster1.xml" Id="R143b51c474324d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388e0bce574605" /><Relationship Type="http://schemas.openxmlformats.org/officeDocument/2006/relationships/notesMaster" Target="/ppt/notesMasters/notesMaster1.xml" Id="R2ffa5d6f125946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a019a0822d42fb" /><Relationship Type="http://schemas.openxmlformats.org/officeDocument/2006/relationships/notesMaster" Target="/ppt/notesMasters/notesMaster1.xml" Id="Ra86c8aefd5a941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4de0226b464965" /><Relationship Type="http://schemas.openxmlformats.org/officeDocument/2006/relationships/notesMaster" Target="/ppt/notesMasters/notesMaster1.xml" Id="Rf3739ad9b0954f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b5c05f9d454caa" /><Relationship Type="http://schemas.openxmlformats.org/officeDocument/2006/relationships/notesMaster" Target="/ppt/notesMasters/notesMaster1.xml" Id="R750e3644f54146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5e8649b6f24792" /><Relationship Type="http://schemas.openxmlformats.org/officeDocument/2006/relationships/notesMaster" Target="/ppt/notesMasters/notesMaster1.xml" Id="R2df581f4c01a4e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076ec2fa64a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a3a3d0e1247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d4d9b2b134f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00f3d658e840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e99c9635d40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349f6478d4b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EDFB50-C59B-468A-9C22-F6E7708AA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450668-360F-43D7-9630-86D31B1F5F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047C74-7E7C-4377-83CD-485A6B6F1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DAE4A-080A-43DA-9C5A-EF0B7B8D9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99C317-F372-4DE5-8C45-126635B4C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43190D-7746-48E1-9F5B-FAF172177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4DB890-A245-4CBA-B152-8190E16B81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AF4EA1-04C3-46E0-8E7A-83F40DC353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892CA-9481-4AF2-8C88-AC3BE84DCB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A817D7-9563-4D73-AA38-BEADA28FB8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e46166f394146" /><Relationship Type="http://schemas.openxmlformats.org/officeDocument/2006/relationships/slideLayout" Target="/ppt/slideLayouts/slideLayout1.xml" Id="R8f76142f2bf042c5" /><Relationship Type="http://schemas.openxmlformats.org/officeDocument/2006/relationships/slideLayout" Target="/ppt/slideLayouts/slideLayout2.xml" Id="Rd9b491549a8f40f2" /><Relationship Type="http://schemas.openxmlformats.org/officeDocument/2006/relationships/slideLayout" Target="/ppt/slideLayouts/slideLayout3.xml" Id="R981a3eed35f44bc3" /><Relationship Type="http://schemas.openxmlformats.org/officeDocument/2006/relationships/slideLayout" Target="/ppt/slideLayouts/slideLayout4.xml" Id="Ra09b5a01a48840eb" /><Relationship Type="http://schemas.openxmlformats.org/officeDocument/2006/relationships/slideLayout" Target="/ppt/slideLayouts/slideLayout5.xml" Id="Ref29b84aab1f4b9e" /><Relationship Type="http://schemas.openxmlformats.org/officeDocument/2006/relationships/slideLayout" Target="/ppt/slideLayouts/slideLayout6.xml" Id="R70f413a44d5445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76142f2bf042c5"/>
    <p:sldLayoutId xmlns:r="http://schemas.openxmlformats.org/officeDocument/2006/relationships" id="2147483650" r:id="Rd9b491549a8f40f2"/>
    <p:sldLayoutId xmlns:r="http://schemas.openxmlformats.org/officeDocument/2006/relationships" id="2147483651" r:id="R981a3eed35f44bc3"/>
    <p:sldLayoutId xmlns:r="http://schemas.openxmlformats.org/officeDocument/2006/relationships" id="2147483652" r:id="Ra09b5a01a48840eb"/>
    <p:sldLayoutId xmlns:r="http://schemas.openxmlformats.org/officeDocument/2006/relationships" id="2147483653" r:id="Ref29b84aab1f4b9e"/>
    <p:sldLayoutId xmlns:r="http://schemas.openxmlformats.org/officeDocument/2006/relationships" id="2147483654" r:id="R70f413a44d5445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1eb533a1c47eb" /><Relationship Type="http://schemas.openxmlformats.org/officeDocument/2006/relationships/image" Target="/ppt/media/image.jpeg" Id="R61ca352532be411e" /><Relationship Type="http://schemas.openxmlformats.org/officeDocument/2006/relationships/notesSlide" Target="/ppt/notesSlides/notesSlide1.xml" Id="R1051477c51da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c2da1727e4c8b" /><Relationship Type="http://schemas.openxmlformats.org/officeDocument/2006/relationships/image" Target="/ppt/media/image2.jpeg" Id="R69e1a1e4f3d8402c" /><Relationship Type="http://schemas.openxmlformats.org/officeDocument/2006/relationships/notesSlide" Target="/ppt/notesSlides/notesSlide2.xml" Id="Rde89e678ce7447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3eb8ac24b4832" /><Relationship Type="http://schemas.openxmlformats.org/officeDocument/2006/relationships/image" Target="/ppt/media/image3.jpeg" Id="Ra8dffc430838430a" /><Relationship Type="http://schemas.openxmlformats.org/officeDocument/2006/relationships/notesSlide" Target="/ppt/notesSlides/notesSlide3.xml" Id="R62bd36fe5b0643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ce728f6a24ab9" /><Relationship Type="http://schemas.openxmlformats.org/officeDocument/2006/relationships/image" Target="/ppt/media/image4.jpeg" Id="Rf7e4a36bf8ba4a39" /><Relationship Type="http://schemas.openxmlformats.org/officeDocument/2006/relationships/notesSlide" Target="/ppt/notesSlides/notesSlide4.xml" Id="Rcafe7a0103284b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2826fd0d9a470b" /><Relationship Type="http://schemas.openxmlformats.org/officeDocument/2006/relationships/image" Target="/ppt/media/image5.jpeg" Id="R5abd2823c1e2492f" /><Relationship Type="http://schemas.openxmlformats.org/officeDocument/2006/relationships/notesSlide" Target="/ppt/notesSlides/notesSlide5.xml" Id="Rf1fb00572e1641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c790bcdda4ada" /><Relationship Type="http://schemas.openxmlformats.org/officeDocument/2006/relationships/image" Target="/ppt/media/image6.jpeg" Id="R1c1eadd3e7bd4663" /><Relationship Type="http://schemas.openxmlformats.org/officeDocument/2006/relationships/notesSlide" Target="/ppt/notesSlides/notesSlide6.xml" Id="Rbb81230485b245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5112429bd4c8b" /><Relationship Type="http://schemas.openxmlformats.org/officeDocument/2006/relationships/image" Target="/ppt/media/image7.jpeg" Id="R3fe8a66335fe4894" /><Relationship Type="http://schemas.openxmlformats.org/officeDocument/2006/relationships/notesSlide" Target="/ppt/notesSlides/notesSlide7.xml" Id="R8002d1f0fe8549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efef939944995" /><Relationship Type="http://schemas.openxmlformats.org/officeDocument/2006/relationships/image" Target="/ppt/media/image8.jpeg" Id="R78acf85a40314ee0" /><Relationship Type="http://schemas.openxmlformats.org/officeDocument/2006/relationships/notesSlide" Target="/ppt/notesSlides/notesSlide8.xml" Id="R062e16dc5da143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1f56c367b4786" /><Relationship Type="http://schemas.openxmlformats.org/officeDocument/2006/relationships/image" Target="/ppt/media/image9.jpeg" Id="Re218899643c84bf8" /><Relationship Type="http://schemas.openxmlformats.org/officeDocument/2006/relationships/notesSlide" Target="/ppt/notesSlides/notesSlide9.xml" Id="R1ee7890d9f5140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37feddc1f4f9c" /><Relationship Type="http://schemas.openxmlformats.org/officeDocument/2006/relationships/image" Target="/ppt/media/image10.jpeg" Id="R143d521b62424451" /><Relationship Type="http://schemas.openxmlformats.org/officeDocument/2006/relationships/notesSlide" Target="/ppt/notesSlides/notesSlide10.xml" Id="Rdffa1ee504d046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823d6932f4dc5" /><Relationship Type="http://schemas.openxmlformats.org/officeDocument/2006/relationships/image" Target="/ppt/media/image11.jpeg" Id="Rd9cf90b57d644988" /><Relationship Type="http://schemas.openxmlformats.org/officeDocument/2006/relationships/notesSlide" Target="/ppt/notesSlides/notesSlide11.xml" Id="R93e4418d9d8648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84ff1ae3c455b" /><Relationship Type="http://schemas.openxmlformats.org/officeDocument/2006/relationships/image" Target="/ppt/media/image12.jpeg" Id="Ra1eb44890de847f2" /><Relationship Type="http://schemas.openxmlformats.org/officeDocument/2006/relationships/notesSlide" Target="/ppt/notesSlides/notesSlide12.xml" Id="R042bdd98b10147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149b7564648e0" /><Relationship Type="http://schemas.openxmlformats.org/officeDocument/2006/relationships/image" Target="/ppt/media/image13.jpeg" Id="Rcea749dc161944f5" /><Relationship Type="http://schemas.openxmlformats.org/officeDocument/2006/relationships/notesSlide" Target="/ppt/notesSlides/notesSlide13.xml" Id="R0547009ab1aa41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abe922f004328" /><Relationship Type="http://schemas.openxmlformats.org/officeDocument/2006/relationships/image" Target="/ppt/media/image14.jpeg" Id="R41b313da8e04417b" /><Relationship Type="http://schemas.openxmlformats.org/officeDocument/2006/relationships/notesSlide" Target="/ppt/notesSlides/notesSlide14.xml" Id="R288dfb00353c40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a7e3babe2458f" /><Relationship Type="http://schemas.openxmlformats.org/officeDocument/2006/relationships/image" Target="/ppt/media/image15.jpeg" Id="R94219250b33c4df9" /><Relationship Type="http://schemas.openxmlformats.org/officeDocument/2006/relationships/notesSlide" Target="/ppt/notesSlides/notesSlide15.xml" Id="R971a09b7241948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7107D-46C0-4A6A-A33C-CB9CF4C1DE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a352532be411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499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307DB-BE28-4E48-A4FF-A5316B0709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1a1e4f3d8402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300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B09BC-441B-4953-B4FA-EE46B7E5D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ffc430838430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67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6C45D-FEFF-42C0-A3AD-81F3AC6169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4a36bf8ba4a3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413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093DC-684A-4FB4-8EC6-5AEEB330BF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d2823c1e2492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286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5D28C-9C3C-4729-8C4F-83FB5414A1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eadd3e7bd466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0042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205CE-BE6A-46E2-AFC6-28F344157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8a66335fe489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91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986A0-C9FE-45C2-B342-DCAF57687E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cf85a40314ee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C0B47-FE3A-44B0-A8C7-370EF35C90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8899643c84bf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019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06F08-41DA-497A-B82D-366E4795A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d521b6242445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016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F32EF-27DD-4405-8771-2C584655F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f90b57d64498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251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F59B0-B8FB-4748-BE3C-C4AA06C29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b44890de847f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37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63BEA-2125-4B71-A7C9-81595EEA8D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749dc161944f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6820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222A2-C4E9-43BA-8AD9-0C121A6D8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313da8e04417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9750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97B2A-6B70-412A-AD71-A19E1B1F4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19250b33c4df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8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2026-10-29T14:21:26.0660000Z</dcterms:created>
  <dcterms:modified xsi:type="dcterms:W3CDTF">2026-10-29T14:21:26.0660000Z</dcterms:modified>
</coreProperties>
</file>