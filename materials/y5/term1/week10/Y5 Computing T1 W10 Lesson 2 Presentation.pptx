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181f35dc404e66" /><Relationship Type="http://schemas.openxmlformats.org/officeDocument/2006/relationships/extended-properties" Target="/docProps/app.xml" Id="R0cebdc8d9cdf4593" /><Relationship Type="http://schemas.openxmlformats.org/officeDocument/2006/relationships/officeDocument" Target="/ppt/presentation.xml" Id="Re42a20eaaeb946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4c0474a2d41b4"/>
  </p:sldMasterIdLst>
  <p:notesMasterIdLst>
    <p:notesMasterId xmlns:r="http://schemas.openxmlformats.org/officeDocument/2006/relationships" r:id="Re646a453614d40b3"/>
  </p:notesMasterIdLst>
  <p:sldIdLst>
    <p:sldId xmlns:r="http://schemas.openxmlformats.org/officeDocument/2006/relationships" id="256" r:id="Rfbf45be765454ad2"/>
    <p:sldId xmlns:r="http://schemas.openxmlformats.org/officeDocument/2006/relationships" id="257" r:id="Rc1be51ad64b94900"/>
    <p:sldId xmlns:r="http://schemas.openxmlformats.org/officeDocument/2006/relationships" id="258" r:id="Re28b55bad8bf4ef5"/>
    <p:sldId xmlns:r="http://schemas.openxmlformats.org/officeDocument/2006/relationships" id="259" r:id="Rfe0d3b4178a24d4f"/>
    <p:sldId xmlns:r="http://schemas.openxmlformats.org/officeDocument/2006/relationships" id="260" r:id="Raf0fa0f31f494b77"/>
    <p:sldId xmlns:r="http://schemas.openxmlformats.org/officeDocument/2006/relationships" id="261" r:id="R8d84523b8df945aa"/>
    <p:sldId xmlns:r="http://schemas.openxmlformats.org/officeDocument/2006/relationships" id="262" r:id="R3fbcfe2efce342e1"/>
    <p:sldId xmlns:r="http://schemas.openxmlformats.org/officeDocument/2006/relationships" id="263" r:id="R5e25bfd00df74a90"/>
    <p:sldId xmlns:r="http://schemas.openxmlformats.org/officeDocument/2006/relationships" id="264" r:id="Rde4bdb03ac804eb7"/>
    <p:sldId xmlns:r="http://schemas.openxmlformats.org/officeDocument/2006/relationships" id="265" r:id="R150b6a1c27884d0c"/>
    <p:sldId xmlns:r="http://schemas.openxmlformats.org/officeDocument/2006/relationships" id="266" r:id="R50ca19a696ae485e"/>
    <p:sldId xmlns:r="http://schemas.openxmlformats.org/officeDocument/2006/relationships" id="267" r:id="Re8c09c37f7154c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43cfdcd25e4406" /><Relationship Type="http://schemas.openxmlformats.org/officeDocument/2006/relationships/slideMaster" Target="/ppt/slideMasters/slideMaster1.xml" Id="R1c74c0474a2d41b4" /><Relationship Type="http://schemas.openxmlformats.org/officeDocument/2006/relationships/notesMaster" Target="/ppt/notesMasters/notesMaster1.xml" Id="Re646a453614d40b3" /><Relationship Type="http://schemas.openxmlformats.org/officeDocument/2006/relationships/presProps" Target="/ppt/presProps.xml" Id="Re73c3bf338fd4138" /><Relationship Type="http://schemas.openxmlformats.org/officeDocument/2006/relationships/tableStyles" Target="/ppt/tableStyles.xml" Id="R19ae9b995c684aa8" /><Relationship Type="http://schemas.openxmlformats.org/officeDocument/2006/relationships/slide" Target="/ppt/slides/slide1.xml" Id="Rfbf45be765454ad2" /><Relationship Type="http://schemas.openxmlformats.org/officeDocument/2006/relationships/slide" Target="/ppt/slides/slide2.xml" Id="Rc1be51ad64b94900" /><Relationship Type="http://schemas.openxmlformats.org/officeDocument/2006/relationships/slide" Target="/ppt/slides/slide3.xml" Id="Re28b55bad8bf4ef5" /><Relationship Type="http://schemas.openxmlformats.org/officeDocument/2006/relationships/slide" Target="/ppt/slides/slide4.xml" Id="Rfe0d3b4178a24d4f" /><Relationship Type="http://schemas.openxmlformats.org/officeDocument/2006/relationships/slide" Target="/ppt/slides/slide5.xml" Id="Raf0fa0f31f494b77" /><Relationship Type="http://schemas.openxmlformats.org/officeDocument/2006/relationships/slide" Target="/ppt/slides/slide6.xml" Id="R8d84523b8df945aa" /><Relationship Type="http://schemas.openxmlformats.org/officeDocument/2006/relationships/slide" Target="/ppt/slides/slide7.xml" Id="R3fbcfe2efce342e1" /><Relationship Type="http://schemas.openxmlformats.org/officeDocument/2006/relationships/slide" Target="/ppt/slides/slide8.xml" Id="R5e25bfd00df74a90" /><Relationship Type="http://schemas.openxmlformats.org/officeDocument/2006/relationships/slide" Target="/ppt/slides/slide9.xml" Id="Rde4bdb03ac804eb7" /><Relationship Type="http://schemas.openxmlformats.org/officeDocument/2006/relationships/slide" Target="/ppt/slides/slide10.xml" Id="R150b6a1c27884d0c" /><Relationship Type="http://schemas.openxmlformats.org/officeDocument/2006/relationships/slide" Target="/ppt/slides/slide11.xml" Id="R50ca19a696ae485e" /><Relationship Type="http://schemas.openxmlformats.org/officeDocument/2006/relationships/slide" Target="/ppt/slides/slide12.xml" Id="Re8c09c37f7154c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ba056cdd8d41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4daf47308d4c00" /><Relationship Type="http://schemas.openxmlformats.org/officeDocument/2006/relationships/notesMaster" Target="/ppt/notesMasters/notesMaster1.xml" Id="R53b4ddbec4014d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f18730872c45e8" /><Relationship Type="http://schemas.openxmlformats.org/officeDocument/2006/relationships/notesMaster" Target="/ppt/notesMasters/notesMaster1.xml" Id="R1824e7b6d6cc452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cae61ea3664a77" /><Relationship Type="http://schemas.openxmlformats.org/officeDocument/2006/relationships/notesMaster" Target="/ppt/notesMasters/notesMaster1.xml" Id="R2cf31395322749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c552c5fcdd542e7" /><Relationship Type="http://schemas.openxmlformats.org/officeDocument/2006/relationships/notesMaster" Target="/ppt/notesMasters/notesMaster1.xml" Id="R92dc1c6d8c1345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40d46e72794ed0" /><Relationship Type="http://schemas.openxmlformats.org/officeDocument/2006/relationships/notesMaster" Target="/ppt/notesMasters/notesMaster1.xml" Id="R78ff716946314a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aeb1b0f05b4702" /><Relationship Type="http://schemas.openxmlformats.org/officeDocument/2006/relationships/notesMaster" Target="/ppt/notesMasters/notesMaster1.xml" Id="Raab28311b66e45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d2ed27addc43f8" /><Relationship Type="http://schemas.openxmlformats.org/officeDocument/2006/relationships/notesMaster" Target="/ppt/notesMasters/notesMaster1.xml" Id="Rf5ec851407e74b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9ad825303c4a9d" /><Relationship Type="http://schemas.openxmlformats.org/officeDocument/2006/relationships/notesMaster" Target="/ppt/notesMasters/notesMaster1.xml" Id="Rc21d3ffd79a346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3c3f1a8f9c4326" /><Relationship Type="http://schemas.openxmlformats.org/officeDocument/2006/relationships/notesMaster" Target="/ppt/notesMasters/notesMaster1.xml" Id="R984930c998bf43e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a9497d8fee4877" /><Relationship Type="http://schemas.openxmlformats.org/officeDocument/2006/relationships/notesMaster" Target="/ppt/notesMasters/notesMaster1.xml" Id="R6b905090e965411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0867ddb90964aa8" /><Relationship Type="http://schemas.openxmlformats.org/officeDocument/2006/relationships/notesMaster" Target="/ppt/notesMasters/notesMaster1.xml" Id="R05f8251cf319441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68173564f84eb4" /><Relationship Type="http://schemas.openxmlformats.org/officeDocument/2006/relationships/notesMaster" Target="/ppt/notesMasters/notesMaster1.xml" Id="R356b45319ad14a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9a3d7613b44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b4b551df7460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7268b2b4c494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cb336913014b9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b5f080b054d9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c46de1bb0e40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47E51E-35E9-40E4-9136-5C8A99656F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EBCA72E-B5A4-4F44-82E6-97EC6C7707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5B0E80D-E8E1-4390-A897-1E949CC801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C402E4-95A6-4CB6-B8C4-666F842DB1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4836DC-DB7A-403D-9D2B-C26E2A2F483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E7F63B-18C1-4D6F-9C4C-733063B473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0AC4896-5278-4D58-A312-5A39493AC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261C8B3-A4C5-4B7E-92CB-05E0F4C3B89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D426B8-C2A0-463B-B1B3-4CEB829B0C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C3B918B-953F-4949-B7C8-A961D9FB19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72c6b9ac424f1f" /><Relationship Type="http://schemas.openxmlformats.org/officeDocument/2006/relationships/slideLayout" Target="/ppt/slideLayouts/slideLayout1.xml" Id="Re8c68e306d5b47b2" /><Relationship Type="http://schemas.openxmlformats.org/officeDocument/2006/relationships/slideLayout" Target="/ppt/slideLayouts/slideLayout2.xml" Id="Re64871181f34436c" /><Relationship Type="http://schemas.openxmlformats.org/officeDocument/2006/relationships/slideLayout" Target="/ppt/slideLayouts/slideLayout3.xml" Id="R64797691acf84e63" /><Relationship Type="http://schemas.openxmlformats.org/officeDocument/2006/relationships/slideLayout" Target="/ppt/slideLayouts/slideLayout4.xml" Id="R43531dc824b94028" /><Relationship Type="http://schemas.openxmlformats.org/officeDocument/2006/relationships/slideLayout" Target="/ppt/slideLayouts/slideLayout5.xml" Id="R27a18e641e10474c" /><Relationship Type="http://schemas.openxmlformats.org/officeDocument/2006/relationships/slideLayout" Target="/ppt/slideLayouts/slideLayout6.xml" Id="Rae8dc284b7084c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c68e306d5b47b2"/>
    <p:sldLayoutId xmlns:r="http://schemas.openxmlformats.org/officeDocument/2006/relationships" id="2147483650" r:id="Re64871181f34436c"/>
    <p:sldLayoutId xmlns:r="http://schemas.openxmlformats.org/officeDocument/2006/relationships" id="2147483651" r:id="R64797691acf84e63"/>
    <p:sldLayoutId xmlns:r="http://schemas.openxmlformats.org/officeDocument/2006/relationships" id="2147483652" r:id="R43531dc824b94028"/>
    <p:sldLayoutId xmlns:r="http://schemas.openxmlformats.org/officeDocument/2006/relationships" id="2147483653" r:id="R27a18e641e10474c"/>
    <p:sldLayoutId xmlns:r="http://schemas.openxmlformats.org/officeDocument/2006/relationships" id="2147483654" r:id="Rae8dc284b7084c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e0bc2ffe64486c" /><Relationship Type="http://schemas.openxmlformats.org/officeDocument/2006/relationships/image" Target="/ppt/media/image.jpeg" Id="R4348298ed6d74bbc" /><Relationship Type="http://schemas.openxmlformats.org/officeDocument/2006/relationships/notesSlide" Target="/ppt/notesSlides/notesSlide1.xml" Id="R212ffa59a9aa40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ee9b983387425c" /><Relationship Type="http://schemas.openxmlformats.org/officeDocument/2006/relationships/image" Target="/ppt/media/image2.jpeg" Id="R32e6543e3b7247ba" /><Relationship Type="http://schemas.openxmlformats.org/officeDocument/2006/relationships/notesSlide" Target="/ppt/notesSlides/notesSlide2.xml" Id="R549004be5ecf44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83933d6934f35" /><Relationship Type="http://schemas.openxmlformats.org/officeDocument/2006/relationships/image" Target="/ppt/media/image3.jpeg" Id="R363dba0a01b6496c" /><Relationship Type="http://schemas.openxmlformats.org/officeDocument/2006/relationships/notesSlide" Target="/ppt/notesSlides/notesSlide3.xml" Id="Refbd31692eda45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e2fd31c2b74476" /><Relationship Type="http://schemas.openxmlformats.org/officeDocument/2006/relationships/image" Target="/ppt/media/image4.jpeg" Id="Rd0307c06d39f4f45" /><Relationship Type="http://schemas.openxmlformats.org/officeDocument/2006/relationships/notesSlide" Target="/ppt/notesSlides/notesSlide4.xml" Id="R8278afe8cb0440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e7967299446a2" /><Relationship Type="http://schemas.openxmlformats.org/officeDocument/2006/relationships/image" Target="/ppt/media/image5.jpeg" Id="R0641f108f17f4aac" /><Relationship Type="http://schemas.openxmlformats.org/officeDocument/2006/relationships/notesSlide" Target="/ppt/notesSlides/notesSlide5.xml" Id="Rd3d1da4b702e43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f37e75dd1f42b6" /><Relationship Type="http://schemas.openxmlformats.org/officeDocument/2006/relationships/image" Target="/ppt/media/image6.jpeg" Id="Rb14bb783f2864911" /><Relationship Type="http://schemas.openxmlformats.org/officeDocument/2006/relationships/notesSlide" Target="/ppt/notesSlides/notesSlide6.xml" Id="R8d649d65986245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9dbcb093c4371" /><Relationship Type="http://schemas.openxmlformats.org/officeDocument/2006/relationships/image" Target="/ppt/media/image7.jpeg" Id="R08fcf6371c9847e2" /><Relationship Type="http://schemas.openxmlformats.org/officeDocument/2006/relationships/notesSlide" Target="/ppt/notesSlides/notesSlide7.xml" Id="R8ff57b49c24947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7a45897f9c42de" /><Relationship Type="http://schemas.openxmlformats.org/officeDocument/2006/relationships/image" Target="/ppt/media/image8.jpeg" Id="R03f243da1dc04fe9" /><Relationship Type="http://schemas.openxmlformats.org/officeDocument/2006/relationships/notesSlide" Target="/ppt/notesSlides/notesSlide8.xml" Id="R1e2d5d18ff584af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560ca5efa484f" /><Relationship Type="http://schemas.openxmlformats.org/officeDocument/2006/relationships/image" Target="/ppt/media/image9.jpeg" Id="R7e1ea7d5ce35444b" /><Relationship Type="http://schemas.openxmlformats.org/officeDocument/2006/relationships/notesSlide" Target="/ppt/notesSlides/notesSlide9.xml" Id="R37e4d6a1e61b4e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27006afb1a4999" /><Relationship Type="http://schemas.openxmlformats.org/officeDocument/2006/relationships/image" Target="/ppt/media/image10.jpeg" Id="Rc97672bc6e3b4715" /><Relationship Type="http://schemas.openxmlformats.org/officeDocument/2006/relationships/notesSlide" Target="/ppt/notesSlides/notesSlide10.xml" Id="R6dcf4cb2d13944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d611c34f54a53" /><Relationship Type="http://schemas.openxmlformats.org/officeDocument/2006/relationships/image" Target="/ppt/media/image11.jpeg" Id="Rb15ff7f7a1bc4e04" /><Relationship Type="http://schemas.openxmlformats.org/officeDocument/2006/relationships/notesSlide" Target="/ppt/notesSlides/notesSlide11.xml" Id="Recdab8e6109c4e2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02b41414104a80" /><Relationship Type="http://schemas.openxmlformats.org/officeDocument/2006/relationships/image" Target="/ppt/media/image12.jpeg" Id="R91282940414041fc" /><Relationship Type="http://schemas.openxmlformats.org/officeDocument/2006/relationships/notesSlide" Target="/ppt/notesSlides/notesSlide12.xml" Id="Rd5352ee9e21741a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588780-F903-4F39-8A1E-55A7DD28C5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8298ed6d74bb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16736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18B74-FD34-43C1-AD3E-802DBBC0DF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6543e3b7247b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2018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9C8B68-F96B-49EE-B20E-02278CA21C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3dba0a01b6496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7851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E1CCF-E3EB-44FF-BF00-A53099614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07c06d39f4f4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9612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D1DF8-CE0F-47A6-BFC7-EB3DCA1A89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1f108f17f4aa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69026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383B3-5E02-4EEF-9000-DD8285059F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bb783f286491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7084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05C41-59D5-456E-A7A4-F115AC8EB4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f6371c9847e2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9349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9FF9B8-7D6D-43F8-9C00-1EE7D67C28D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243da1dc04fe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13481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D62C74-F624-407B-810B-11835C531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ea7d5ce35444b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03928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69438-E8B1-49C9-B4EB-96C3351C5F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7672bc6e3b4715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04368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6B4EA7-0678-47B6-8462-26D910342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5ff7f7a1bc4e04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660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4BF89-A5D0-424E-9A90-8AC0FEF8C47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82940414041f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34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2026-10-28T13:06:49.1410000Z</dcterms:created>
  <dcterms:modified xsi:type="dcterms:W3CDTF">2026-10-28T13:06:49.1410000Z</dcterms:modified>
</coreProperties>
</file>