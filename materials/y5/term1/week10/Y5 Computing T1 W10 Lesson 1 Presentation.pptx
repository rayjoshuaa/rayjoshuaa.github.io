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50b80f1c20e487f" /><Relationship Type="http://schemas.openxmlformats.org/officeDocument/2006/relationships/extended-properties" Target="/docProps/app.xml" Id="R7ac207dd5be743c8" /><Relationship Type="http://schemas.openxmlformats.org/officeDocument/2006/relationships/officeDocument" Target="/ppt/presentation.xml" Id="R882f9054ec98401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058672898d541d4"/>
  </p:sldMasterIdLst>
  <p:notesMasterIdLst>
    <p:notesMasterId xmlns:r="http://schemas.openxmlformats.org/officeDocument/2006/relationships" r:id="Reac38a9cf33a46fc"/>
  </p:notesMasterIdLst>
  <p:sldIdLst>
    <p:sldId xmlns:r="http://schemas.openxmlformats.org/officeDocument/2006/relationships" id="256" r:id="R6e770887f4ba4816"/>
    <p:sldId xmlns:r="http://schemas.openxmlformats.org/officeDocument/2006/relationships" id="257" r:id="Re8b1e63fd59042b5"/>
    <p:sldId xmlns:r="http://schemas.openxmlformats.org/officeDocument/2006/relationships" id="258" r:id="R0076ac53f92c4085"/>
    <p:sldId xmlns:r="http://schemas.openxmlformats.org/officeDocument/2006/relationships" id="259" r:id="R464d3e2774e241fc"/>
    <p:sldId xmlns:r="http://schemas.openxmlformats.org/officeDocument/2006/relationships" id="260" r:id="Re837a2a0cc4a4e7f"/>
    <p:sldId xmlns:r="http://schemas.openxmlformats.org/officeDocument/2006/relationships" id="261" r:id="R818bc1b014e54976"/>
    <p:sldId xmlns:r="http://schemas.openxmlformats.org/officeDocument/2006/relationships" id="262" r:id="R2708e4b5a3bb4cd8"/>
    <p:sldId xmlns:r="http://schemas.openxmlformats.org/officeDocument/2006/relationships" id="263" r:id="R987bd20548b64b27"/>
    <p:sldId xmlns:r="http://schemas.openxmlformats.org/officeDocument/2006/relationships" id="264" r:id="R772d5e98da3649b6"/>
    <p:sldId xmlns:r="http://schemas.openxmlformats.org/officeDocument/2006/relationships" id="265" r:id="R5383d348273d4fa1"/>
    <p:sldId xmlns:r="http://schemas.openxmlformats.org/officeDocument/2006/relationships" id="266" r:id="R9a13f602542d40bc"/>
    <p:sldId xmlns:r="http://schemas.openxmlformats.org/officeDocument/2006/relationships" id="267" r:id="R177978261b8446d7"/>
    <p:sldId xmlns:r="http://schemas.openxmlformats.org/officeDocument/2006/relationships" id="268" r:id="Rff8e3bde634141c1"/>
    <p:sldId xmlns:r="http://schemas.openxmlformats.org/officeDocument/2006/relationships" id="269" r:id="Ra48ab17735574df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9f03cbd10024a9a" /><Relationship Type="http://schemas.openxmlformats.org/officeDocument/2006/relationships/slideMaster" Target="/ppt/slideMasters/slideMaster1.xml" Id="Rc058672898d541d4" /><Relationship Type="http://schemas.openxmlformats.org/officeDocument/2006/relationships/notesMaster" Target="/ppt/notesMasters/notesMaster1.xml" Id="Reac38a9cf33a46fc" /><Relationship Type="http://schemas.openxmlformats.org/officeDocument/2006/relationships/presProps" Target="/ppt/presProps.xml" Id="R8424b63b67bf45e8" /><Relationship Type="http://schemas.openxmlformats.org/officeDocument/2006/relationships/tableStyles" Target="/ppt/tableStyles.xml" Id="R74903cc70da1487a" /><Relationship Type="http://schemas.openxmlformats.org/officeDocument/2006/relationships/slide" Target="/ppt/slides/slide1.xml" Id="R6e770887f4ba4816" /><Relationship Type="http://schemas.openxmlformats.org/officeDocument/2006/relationships/slide" Target="/ppt/slides/slide2.xml" Id="Re8b1e63fd59042b5" /><Relationship Type="http://schemas.openxmlformats.org/officeDocument/2006/relationships/slide" Target="/ppt/slides/slide3.xml" Id="R0076ac53f92c4085" /><Relationship Type="http://schemas.openxmlformats.org/officeDocument/2006/relationships/slide" Target="/ppt/slides/slide4.xml" Id="R464d3e2774e241fc" /><Relationship Type="http://schemas.openxmlformats.org/officeDocument/2006/relationships/slide" Target="/ppt/slides/slide5.xml" Id="Re837a2a0cc4a4e7f" /><Relationship Type="http://schemas.openxmlformats.org/officeDocument/2006/relationships/slide" Target="/ppt/slides/slide6.xml" Id="R818bc1b014e54976" /><Relationship Type="http://schemas.openxmlformats.org/officeDocument/2006/relationships/slide" Target="/ppt/slides/slide7.xml" Id="R2708e4b5a3bb4cd8" /><Relationship Type="http://schemas.openxmlformats.org/officeDocument/2006/relationships/slide" Target="/ppt/slides/slide8.xml" Id="R987bd20548b64b27" /><Relationship Type="http://schemas.openxmlformats.org/officeDocument/2006/relationships/slide" Target="/ppt/slides/slide9.xml" Id="R772d5e98da3649b6" /><Relationship Type="http://schemas.openxmlformats.org/officeDocument/2006/relationships/slide" Target="/ppt/slides/slide10.xml" Id="R5383d348273d4fa1" /><Relationship Type="http://schemas.openxmlformats.org/officeDocument/2006/relationships/slide" Target="/ppt/slides/slide11.xml" Id="R9a13f602542d40bc" /><Relationship Type="http://schemas.openxmlformats.org/officeDocument/2006/relationships/slide" Target="/ppt/slides/slide12.xml" Id="R177978261b8446d7" /><Relationship Type="http://schemas.openxmlformats.org/officeDocument/2006/relationships/slide" Target="/ppt/slides/slide13.xml" Id="Rff8e3bde634141c1" /><Relationship Type="http://schemas.openxmlformats.org/officeDocument/2006/relationships/slide" Target="/ppt/slides/slide14.xml" Id="Ra48ab17735574df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77baff64f514c1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339005febda4da2" /><Relationship Type="http://schemas.openxmlformats.org/officeDocument/2006/relationships/notesMaster" Target="/ppt/notesMasters/notesMaster1.xml" Id="Rbdb3270b705d4eb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d436908c02b47a1" /><Relationship Type="http://schemas.openxmlformats.org/officeDocument/2006/relationships/notesMaster" Target="/ppt/notesMasters/notesMaster1.xml" Id="Rbb58d65e9022415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07b13fde94149d2" /><Relationship Type="http://schemas.openxmlformats.org/officeDocument/2006/relationships/notesMaster" Target="/ppt/notesMasters/notesMaster1.xml" Id="R5393aa78a3494db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e0a214f395d481c" /><Relationship Type="http://schemas.openxmlformats.org/officeDocument/2006/relationships/notesMaster" Target="/ppt/notesMasters/notesMaster1.xml" Id="Rbdb6e5461ea5437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27c4346dea8488f" /><Relationship Type="http://schemas.openxmlformats.org/officeDocument/2006/relationships/notesMaster" Target="/ppt/notesMasters/notesMaster1.xml" Id="R6ecbd564e483408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552148c9b724700" /><Relationship Type="http://schemas.openxmlformats.org/officeDocument/2006/relationships/notesMaster" Target="/ppt/notesMasters/notesMaster1.xml" Id="R56c454165a5c4d8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dc75308f72d4bdf" /><Relationship Type="http://schemas.openxmlformats.org/officeDocument/2006/relationships/notesMaster" Target="/ppt/notesMasters/notesMaster1.xml" Id="R03badafc04e54ff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3149390c1ac4e5a" /><Relationship Type="http://schemas.openxmlformats.org/officeDocument/2006/relationships/notesMaster" Target="/ppt/notesMasters/notesMaster1.xml" Id="R816f58fa7fcc433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d1eca348d8e4dfb" /><Relationship Type="http://schemas.openxmlformats.org/officeDocument/2006/relationships/notesMaster" Target="/ppt/notesMasters/notesMaster1.xml" Id="Rbf01c1b31d7d4aa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619b9494736452d" /><Relationship Type="http://schemas.openxmlformats.org/officeDocument/2006/relationships/notesMaster" Target="/ppt/notesMasters/notesMaster1.xml" Id="R3874fc40f90a43c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c466863a4814489" /><Relationship Type="http://schemas.openxmlformats.org/officeDocument/2006/relationships/notesMaster" Target="/ppt/notesMasters/notesMaster1.xml" Id="R8190f1622c8949b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704ae6429ba494d" /><Relationship Type="http://schemas.openxmlformats.org/officeDocument/2006/relationships/notesMaster" Target="/ppt/notesMasters/notesMaster1.xml" Id="Rd16ec7a804fa43e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2e2b4876f7a4042" /><Relationship Type="http://schemas.openxmlformats.org/officeDocument/2006/relationships/notesMaster" Target="/ppt/notesMasters/notesMaster1.xml" Id="Rc6ce8162b9f5416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f29048f44ca47a8" /><Relationship Type="http://schemas.openxmlformats.org/officeDocument/2006/relationships/notesMaster" Target="/ppt/notesMasters/notesMaster1.xml" Id="R7f8485c69bf043f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c7e130ef7f407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0d8d47cba14aa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56cb57214a412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991328361548b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3bc50a13a5469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a723c37f3a410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DCBDEBA-B5B5-4936-83DA-9CD9C1412A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9F28F42-7838-471A-AB83-25FED1F7BB4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E60D7A4-5A98-49B2-BB29-8626AA5160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9A0BB5E-97C7-4355-B844-9BECB15337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DF07B45-84AA-4EB4-A03E-8591FF9FE77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4AE1550-C0FD-4C89-AC0E-5936B1EB8C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2A6EAAA-7736-425A-9F73-6F0E1D03E52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D6700EF-C0BA-447B-AA00-299648D5D9D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EFE9799-461D-4B01-8717-4D04AF22D6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3D23DC3-FAFF-4A36-8E00-1534D11F223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6de90d5ec784743" /><Relationship Type="http://schemas.openxmlformats.org/officeDocument/2006/relationships/slideLayout" Target="/ppt/slideLayouts/slideLayout1.xml" Id="Rc5b2901fb004420b" /><Relationship Type="http://schemas.openxmlformats.org/officeDocument/2006/relationships/slideLayout" Target="/ppt/slideLayouts/slideLayout2.xml" Id="R7781cb9240eb4c0e" /><Relationship Type="http://schemas.openxmlformats.org/officeDocument/2006/relationships/slideLayout" Target="/ppt/slideLayouts/slideLayout3.xml" Id="Rf723accd2e6249cd" /><Relationship Type="http://schemas.openxmlformats.org/officeDocument/2006/relationships/slideLayout" Target="/ppt/slideLayouts/slideLayout4.xml" Id="R2ad541db39f6487b" /><Relationship Type="http://schemas.openxmlformats.org/officeDocument/2006/relationships/slideLayout" Target="/ppt/slideLayouts/slideLayout5.xml" Id="Rb935badb0e374fe8" /><Relationship Type="http://schemas.openxmlformats.org/officeDocument/2006/relationships/slideLayout" Target="/ppt/slideLayouts/slideLayout6.xml" Id="R7e156ecffe754c8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5b2901fb004420b"/>
    <p:sldLayoutId xmlns:r="http://schemas.openxmlformats.org/officeDocument/2006/relationships" id="2147483650" r:id="R7781cb9240eb4c0e"/>
    <p:sldLayoutId xmlns:r="http://schemas.openxmlformats.org/officeDocument/2006/relationships" id="2147483651" r:id="Rf723accd2e6249cd"/>
    <p:sldLayoutId xmlns:r="http://schemas.openxmlformats.org/officeDocument/2006/relationships" id="2147483652" r:id="R2ad541db39f6487b"/>
    <p:sldLayoutId xmlns:r="http://schemas.openxmlformats.org/officeDocument/2006/relationships" id="2147483653" r:id="Rb935badb0e374fe8"/>
    <p:sldLayoutId xmlns:r="http://schemas.openxmlformats.org/officeDocument/2006/relationships" id="2147483654" r:id="R7e156ecffe754c8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937485ad3744af" /><Relationship Type="http://schemas.openxmlformats.org/officeDocument/2006/relationships/image" Target="/ppt/media/image.jpeg" Id="R67685844918b42cc" /><Relationship Type="http://schemas.openxmlformats.org/officeDocument/2006/relationships/notesSlide" Target="/ppt/notesSlides/notesSlide1.xml" Id="R65a0f6b9c5784e3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2dd7d7f106482d" /><Relationship Type="http://schemas.openxmlformats.org/officeDocument/2006/relationships/image" Target="/ppt/media/image2.jpeg" Id="R2288025178324863" /><Relationship Type="http://schemas.openxmlformats.org/officeDocument/2006/relationships/notesSlide" Target="/ppt/notesSlides/notesSlide2.xml" Id="R69443e629ac0445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6ed40a73514004" /><Relationship Type="http://schemas.openxmlformats.org/officeDocument/2006/relationships/image" Target="/ppt/media/image3.jpeg" Id="R34963aeca2784eb8" /><Relationship Type="http://schemas.openxmlformats.org/officeDocument/2006/relationships/notesSlide" Target="/ppt/notesSlides/notesSlide3.xml" Id="R3927b71a7fdc4c3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2e538786cf4991" /><Relationship Type="http://schemas.openxmlformats.org/officeDocument/2006/relationships/image" Target="/ppt/media/image4.jpeg" Id="R0fdb5e49d802466a" /><Relationship Type="http://schemas.openxmlformats.org/officeDocument/2006/relationships/notesSlide" Target="/ppt/notesSlides/notesSlide4.xml" Id="R84a7b751754e489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841240c6894e50" /><Relationship Type="http://schemas.openxmlformats.org/officeDocument/2006/relationships/image" Target="/ppt/media/image5.jpeg" Id="Rc2ef2b603ca3477c" /><Relationship Type="http://schemas.openxmlformats.org/officeDocument/2006/relationships/notesSlide" Target="/ppt/notesSlides/notesSlide5.xml" Id="Rc381efa4ef2143a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c14851955f444d" /><Relationship Type="http://schemas.openxmlformats.org/officeDocument/2006/relationships/image" Target="/ppt/media/image6.jpeg" Id="R7e8f5860ab204fd3" /><Relationship Type="http://schemas.openxmlformats.org/officeDocument/2006/relationships/notesSlide" Target="/ppt/notesSlides/notesSlide6.xml" Id="Ree704623c3e74f5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24043d12c4435d" /><Relationship Type="http://schemas.openxmlformats.org/officeDocument/2006/relationships/image" Target="/ppt/media/image7.jpeg" Id="R3f1e140134b14851" /><Relationship Type="http://schemas.openxmlformats.org/officeDocument/2006/relationships/notesSlide" Target="/ppt/notesSlides/notesSlide7.xml" Id="R2fca5bee22774ad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ca9185dcb74a9c" /><Relationship Type="http://schemas.openxmlformats.org/officeDocument/2006/relationships/image" Target="/ppt/media/image8.jpeg" Id="Rc1307aadb9a74fd5" /><Relationship Type="http://schemas.openxmlformats.org/officeDocument/2006/relationships/notesSlide" Target="/ppt/notesSlides/notesSlide8.xml" Id="R479334a659a042f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737eba9cab4b4d" /><Relationship Type="http://schemas.openxmlformats.org/officeDocument/2006/relationships/image" Target="/ppt/media/image9.jpeg" Id="R1f5f81653f644c87" /><Relationship Type="http://schemas.openxmlformats.org/officeDocument/2006/relationships/notesSlide" Target="/ppt/notesSlides/notesSlide9.xml" Id="R821ba0400a3043a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4db8b854f74237" /><Relationship Type="http://schemas.openxmlformats.org/officeDocument/2006/relationships/image" Target="/ppt/media/image10.jpeg" Id="R621b363700fe46c0" /><Relationship Type="http://schemas.openxmlformats.org/officeDocument/2006/relationships/notesSlide" Target="/ppt/notesSlides/notesSlide10.xml" Id="R2d58283dab89482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b2480c335e4a75" /><Relationship Type="http://schemas.openxmlformats.org/officeDocument/2006/relationships/image" Target="/ppt/media/image11.jpeg" Id="R209a55a10479419e" /><Relationship Type="http://schemas.openxmlformats.org/officeDocument/2006/relationships/notesSlide" Target="/ppt/notesSlides/notesSlide11.xml" Id="R70d0a68a485444b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74ebc8bfe047bd" /><Relationship Type="http://schemas.openxmlformats.org/officeDocument/2006/relationships/image" Target="/ppt/media/image12.jpeg" Id="R292b742f201b4371" /><Relationship Type="http://schemas.openxmlformats.org/officeDocument/2006/relationships/notesSlide" Target="/ppt/notesSlides/notesSlide12.xml" Id="R61752f0499cf4b0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0b4f5a64144786" /><Relationship Type="http://schemas.openxmlformats.org/officeDocument/2006/relationships/image" Target="/ppt/media/image13.jpeg" Id="R6adce3354c034125" /><Relationship Type="http://schemas.openxmlformats.org/officeDocument/2006/relationships/notesSlide" Target="/ppt/notesSlides/notesSlide13.xml" Id="R63d9513f4898474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c0d51b64744f4b" /><Relationship Type="http://schemas.openxmlformats.org/officeDocument/2006/relationships/image" Target="/ppt/media/image14.jpeg" Id="Rdd35328324ea4888" /><Relationship Type="http://schemas.openxmlformats.org/officeDocument/2006/relationships/notesSlide" Target="/ppt/notesSlides/notesSlide14.xml" Id="R99ebd0cf4a7b4df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2C5677-860C-462D-808D-4585D56098C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685844918b42cc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42073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9077BB-D9B4-4CD1-BA6A-BCF00F1FCB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88025178324863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14803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688B7D-B38E-4FD7-AAA6-58751950309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963aeca2784eb8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0785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B5FBF6-1DB5-45B5-8DA1-5779CC83E7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db5e49d802466a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67013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932A2A-1DD7-46CD-9C79-C187A5D89D9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ef2b603ca3477c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57468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61E879-8CBF-4CCA-AE18-77340EBD13A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8f5860ab204fd3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95671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0DF034-564B-4347-9B18-3A641C0C36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1e140134b14851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96485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2B39FF-654A-45F4-B42F-5B1AA28E9F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307aadb9a74fd5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45616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0A883D-7822-4375-B17B-6CBF7E3B1C8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5f81653f644c87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37784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F76D8F-E8C5-483E-8E78-E7E27ADC0F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1b363700fe46c0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14126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4FD63B-F656-40B4-B3CD-ECFC00B0436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9a55a10479419e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98528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A70BFE-D4B9-4C5D-8F62-325B7ACE2B6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2b742f201b4371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77037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DBB34A-9AD5-49AB-9705-5F02200B129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dce3354c034125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36338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5B99F3-9151-442A-80BF-BDED267CE8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35328324ea4888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2837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2026-10-28T13:06:44.1730000Z</dcterms:created>
  <dcterms:modified xsi:type="dcterms:W3CDTF">2026-10-28T13:06:44.1730000Z</dcterms:modified>
</coreProperties>
</file>