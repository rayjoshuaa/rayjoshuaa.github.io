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cafd675d804bb8" /><Relationship Type="http://schemas.openxmlformats.org/officeDocument/2006/relationships/extended-properties" Target="/docProps/app.xml" Id="R8d07d67261d0467c" /><Relationship Type="http://schemas.openxmlformats.org/officeDocument/2006/relationships/officeDocument" Target="/ppt/presentation.xml" Id="R3a27e1ac7ba647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3721ef43fa4224"/>
  </p:sldMasterIdLst>
  <p:notesMasterIdLst>
    <p:notesMasterId xmlns:r="http://schemas.openxmlformats.org/officeDocument/2006/relationships" r:id="R854a9cc8f44a4d04"/>
  </p:notesMasterIdLst>
  <p:sldIdLst>
    <p:sldId xmlns:r="http://schemas.openxmlformats.org/officeDocument/2006/relationships" id="256" r:id="R1b00663c0ab84d57"/>
    <p:sldId xmlns:r="http://schemas.openxmlformats.org/officeDocument/2006/relationships" id="257" r:id="R8e67c542a8fe4a90"/>
    <p:sldId xmlns:r="http://schemas.openxmlformats.org/officeDocument/2006/relationships" id="258" r:id="R60120a9d9bb44acc"/>
    <p:sldId xmlns:r="http://schemas.openxmlformats.org/officeDocument/2006/relationships" id="259" r:id="R8988d6e09fbd488b"/>
    <p:sldId xmlns:r="http://schemas.openxmlformats.org/officeDocument/2006/relationships" id="260" r:id="Rb3cc09842742435d"/>
    <p:sldId xmlns:r="http://schemas.openxmlformats.org/officeDocument/2006/relationships" id="261" r:id="Rd17bef8edc8a409c"/>
    <p:sldId xmlns:r="http://schemas.openxmlformats.org/officeDocument/2006/relationships" id="262" r:id="Rf966071d50df475b"/>
    <p:sldId xmlns:r="http://schemas.openxmlformats.org/officeDocument/2006/relationships" id="263" r:id="R544913e2d1764c4d"/>
    <p:sldId xmlns:r="http://schemas.openxmlformats.org/officeDocument/2006/relationships" id="264" r:id="R695fb30c4e5347d5"/>
    <p:sldId xmlns:r="http://schemas.openxmlformats.org/officeDocument/2006/relationships" id="265" r:id="R27af6c70910e468a"/>
    <p:sldId xmlns:r="http://schemas.openxmlformats.org/officeDocument/2006/relationships" id="266" r:id="Rb663e68d96214772"/>
    <p:sldId xmlns:r="http://schemas.openxmlformats.org/officeDocument/2006/relationships" id="267" r:id="R31db688c79e94647"/>
    <p:sldId xmlns:r="http://schemas.openxmlformats.org/officeDocument/2006/relationships" id="268" r:id="R84f857b6021b4898"/>
    <p:sldId xmlns:r="http://schemas.openxmlformats.org/officeDocument/2006/relationships" id="269" r:id="Rc1161e90339a49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a1a5de96144048" /><Relationship Type="http://schemas.openxmlformats.org/officeDocument/2006/relationships/slideMaster" Target="/ppt/slideMasters/slideMaster1.xml" Id="R6b3721ef43fa4224" /><Relationship Type="http://schemas.openxmlformats.org/officeDocument/2006/relationships/notesMaster" Target="/ppt/notesMasters/notesMaster1.xml" Id="R854a9cc8f44a4d04" /><Relationship Type="http://schemas.openxmlformats.org/officeDocument/2006/relationships/presProps" Target="/ppt/presProps.xml" Id="R2f870578b978437a" /><Relationship Type="http://schemas.openxmlformats.org/officeDocument/2006/relationships/tableStyles" Target="/ppt/tableStyles.xml" Id="R870d82dfc52143de" /><Relationship Type="http://schemas.openxmlformats.org/officeDocument/2006/relationships/slide" Target="/ppt/slides/slide1.xml" Id="R1b00663c0ab84d57" /><Relationship Type="http://schemas.openxmlformats.org/officeDocument/2006/relationships/slide" Target="/ppt/slides/slide2.xml" Id="R8e67c542a8fe4a90" /><Relationship Type="http://schemas.openxmlformats.org/officeDocument/2006/relationships/slide" Target="/ppt/slides/slide3.xml" Id="R60120a9d9bb44acc" /><Relationship Type="http://schemas.openxmlformats.org/officeDocument/2006/relationships/slide" Target="/ppt/slides/slide4.xml" Id="R8988d6e09fbd488b" /><Relationship Type="http://schemas.openxmlformats.org/officeDocument/2006/relationships/slide" Target="/ppt/slides/slide5.xml" Id="Rb3cc09842742435d" /><Relationship Type="http://schemas.openxmlformats.org/officeDocument/2006/relationships/slide" Target="/ppt/slides/slide6.xml" Id="Rd17bef8edc8a409c" /><Relationship Type="http://schemas.openxmlformats.org/officeDocument/2006/relationships/slide" Target="/ppt/slides/slide7.xml" Id="Rf966071d50df475b" /><Relationship Type="http://schemas.openxmlformats.org/officeDocument/2006/relationships/slide" Target="/ppt/slides/slide8.xml" Id="R544913e2d1764c4d" /><Relationship Type="http://schemas.openxmlformats.org/officeDocument/2006/relationships/slide" Target="/ppt/slides/slide9.xml" Id="R695fb30c4e5347d5" /><Relationship Type="http://schemas.openxmlformats.org/officeDocument/2006/relationships/slide" Target="/ppt/slides/slide10.xml" Id="R27af6c70910e468a" /><Relationship Type="http://schemas.openxmlformats.org/officeDocument/2006/relationships/slide" Target="/ppt/slides/slide11.xml" Id="Rb663e68d96214772" /><Relationship Type="http://schemas.openxmlformats.org/officeDocument/2006/relationships/slide" Target="/ppt/slides/slide12.xml" Id="R31db688c79e94647" /><Relationship Type="http://schemas.openxmlformats.org/officeDocument/2006/relationships/slide" Target="/ppt/slides/slide13.xml" Id="R84f857b6021b4898" /><Relationship Type="http://schemas.openxmlformats.org/officeDocument/2006/relationships/slide" Target="/ppt/slides/slide14.xml" Id="Rc1161e90339a49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1f8c533ca141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869c5b4af64fa2" /><Relationship Type="http://schemas.openxmlformats.org/officeDocument/2006/relationships/notesMaster" Target="/ppt/notesMasters/notesMaster1.xml" Id="Rba408351d68f41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800b1a8eca4d48" /><Relationship Type="http://schemas.openxmlformats.org/officeDocument/2006/relationships/notesMaster" Target="/ppt/notesMasters/notesMaster1.xml" Id="R6de0a40d18c943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e19208734a4d71" /><Relationship Type="http://schemas.openxmlformats.org/officeDocument/2006/relationships/notesMaster" Target="/ppt/notesMasters/notesMaster1.xml" Id="R23cf759b5f884c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414c01940543d1" /><Relationship Type="http://schemas.openxmlformats.org/officeDocument/2006/relationships/notesMaster" Target="/ppt/notesMasters/notesMaster1.xml" Id="R11d31a81e5cc4b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0ff42f6b1e440d" /><Relationship Type="http://schemas.openxmlformats.org/officeDocument/2006/relationships/notesMaster" Target="/ppt/notesMasters/notesMaster1.xml" Id="R0e3efec14d2e4e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c707ba402340c3" /><Relationship Type="http://schemas.openxmlformats.org/officeDocument/2006/relationships/notesMaster" Target="/ppt/notesMasters/notesMaster1.xml" Id="R86360eb0daa741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4e96a168ae49e6" /><Relationship Type="http://schemas.openxmlformats.org/officeDocument/2006/relationships/notesMaster" Target="/ppt/notesMasters/notesMaster1.xml" Id="Rdbe8a481de854d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c2bc57c7f94427" /><Relationship Type="http://schemas.openxmlformats.org/officeDocument/2006/relationships/notesMaster" Target="/ppt/notesMasters/notesMaster1.xml" Id="R590459cf8df948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d1442a8f654a8c" /><Relationship Type="http://schemas.openxmlformats.org/officeDocument/2006/relationships/notesMaster" Target="/ppt/notesMasters/notesMaster1.xml" Id="Rab1c120f365447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271ccd9915419b" /><Relationship Type="http://schemas.openxmlformats.org/officeDocument/2006/relationships/notesMaster" Target="/ppt/notesMasters/notesMaster1.xml" Id="Rfb9f7d325b0243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c7090515754fd3" /><Relationship Type="http://schemas.openxmlformats.org/officeDocument/2006/relationships/notesMaster" Target="/ppt/notesMasters/notesMaster1.xml" Id="R660513d809bb44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359d5e84d445b6" /><Relationship Type="http://schemas.openxmlformats.org/officeDocument/2006/relationships/notesMaster" Target="/ppt/notesMasters/notesMaster1.xml" Id="R570be88d8d9540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79a03ce1b44922" /><Relationship Type="http://schemas.openxmlformats.org/officeDocument/2006/relationships/notesMaster" Target="/ppt/notesMasters/notesMaster1.xml" Id="Rd955918418e34b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57639a414341e2" /><Relationship Type="http://schemas.openxmlformats.org/officeDocument/2006/relationships/notesMaster" Target="/ppt/notesMasters/notesMaster1.xml" Id="R045c01a59da544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747f42b9814c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79ef1c4e5f47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4487fb0d1348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a23c9faa2e45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34651bab7a43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0b2429f9e94d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2E8401-0754-4EA8-90FD-4EA8CC94B1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057E04-0197-4885-8AB6-1446180C05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C6D5CA8-1872-4251-9856-435CE91D28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DE9B1B-041A-4BB6-8760-A801C18BFA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ED21D4A-DC33-4BAA-BDF6-698AADF11B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131EAB-4D99-4403-81EA-3081A08510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3A3669-6FBF-4787-86C2-2306937CF8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261417F-7FF7-4CE1-8C28-57D57B37A68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8FC9C6-4344-4037-B59E-183CFB4712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2173F5-CF8D-4F35-BDBC-AAA1A5F5A6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5c87abc66040ae" /><Relationship Type="http://schemas.openxmlformats.org/officeDocument/2006/relationships/slideLayout" Target="/ppt/slideLayouts/slideLayout1.xml" Id="R1477ed9822214486" /><Relationship Type="http://schemas.openxmlformats.org/officeDocument/2006/relationships/slideLayout" Target="/ppt/slideLayouts/slideLayout2.xml" Id="R59cb4d9dc67f44ae" /><Relationship Type="http://schemas.openxmlformats.org/officeDocument/2006/relationships/slideLayout" Target="/ppt/slideLayouts/slideLayout3.xml" Id="Ra3f955a1b3bb4090" /><Relationship Type="http://schemas.openxmlformats.org/officeDocument/2006/relationships/slideLayout" Target="/ppt/slideLayouts/slideLayout4.xml" Id="R0ab1271423c94810" /><Relationship Type="http://schemas.openxmlformats.org/officeDocument/2006/relationships/slideLayout" Target="/ppt/slideLayouts/slideLayout5.xml" Id="R85e094751451436c" /><Relationship Type="http://schemas.openxmlformats.org/officeDocument/2006/relationships/slideLayout" Target="/ppt/slideLayouts/slideLayout6.xml" Id="Rc3a6e9b1298d44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77ed9822214486"/>
    <p:sldLayoutId xmlns:r="http://schemas.openxmlformats.org/officeDocument/2006/relationships" id="2147483650" r:id="R59cb4d9dc67f44ae"/>
    <p:sldLayoutId xmlns:r="http://schemas.openxmlformats.org/officeDocument/2006/relationships" id="2147483651" r:id="Ra3f955a1b3bb4090"/>
    <p:sldLayoutId xmlns:r="http://schemas.openxmlformats.org/officeDocument/2006/relationships" id="2147483652" r:id="R0ab1271423c94810"/>
    <p:sldLayoutId xmlns:r="http://schemas.openxmlformats.org/officeDocument/2006/relationships" id="2147483653" r:id="R85e094751451436c"/>
    <p:sldLayoutId xmlns:r="http://schemas.openxmlformats.org/officeDocument/2006/relationships" id="2147483654" r:id="Rc3a6e9b1298d44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ec88ba2fed499b" /><Relationship Type="http://schemas.openxmlformats.org/officeDocument/2006/relationships/image" Target="/ppt/media/image.jpeg" Id="R52c70bc4241e443f" /><Relationship Type="http://schemas.openxmlformats.org/officeDocument/2006/relationships/notesSlide" Target="/ppt/notesSlides/notesSlide1.xml" Id="R000313ac9f4c4a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49c0b9c2ee4158" /><Relationship Type="http://schemas.openxmlformats.org/officeDocument/2006/relationships/image" Target="/ppt/media/image2.jpeg" Id="R82aeb816547e4ae0" /><Relationship Type="http://schemas.openxmlformats.org/officeDocument/2006/relationships/notesSlide" Target="/ppt/notesSlides/notesSlide2.xml" Id="Rafa2a72beffb47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39ef981b1044de" /><Relationship Type="http://schemas.openxmlformats.org/officeDocument/2006/relationships/image" Target="/ppt/media/image3.jpeg" Id="R9b8422d742fc4751" /><Relationship Type="http://schemas.openxmlformats.org/officeDocument/2006/relationships/notesSlide" Target="/ppt/notesSlides/notesSlide3.xml" Id="Rdd134a83c41743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fbc1ebd3794778" /><Relationship Type="http://schemas.openxmlformats.org/officeDocument/2006/relationships/image" Target="/ppt/media/image4.jpeg" Id="R124ec19a1e384572" /><Relationship Type="http://schemas.openxmlformats.org/officeDocument/2006/relationships/notesSlide" Target="/ppt/notesSlides/notesSlide4.xml" Id="R558e00f85ce547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185eb7d65c445c" /><Relationship Type="http://schemas.openxmlformats.org/officeDocument/2006/relationships/image" Target="/ppt/media/image5.jpeg" Id="R844a394cb87e4434" /><Relationship Type="http://schemas.openxmlformats.org/officeDocument/2006/relationships/notesSlide" Target="/ppt/notesSlides/notesSlide5.xml" Id="Rec7125f1203544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c4efcf6922458d" /><Relationship Type="http://schemas.openxmlformats.org/officeDocument/2006/relationships/image" Target="/ppt/media/image6.jpeg" Id="R134fcbd8c0c144b9" /><Relationship Type="http://schemas.openxmlformats.org/officeDocument/2006/relationships/notesSlide" Target="/ppt/notesSlides/notesSlide6.xml" Id="Ra4dd306fb3c847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da2ceac7404889" /><Relationship Type="http://schemas.openxmlformats.org/officeDocument/2006/relationships/image" Target="/ppt/media/image7.jpeg" Id="R75904b276a064f81" /><Relationship Type="http://schemas.openxmlformats.org/officeDocument/2006/relationships/notesSlide" Target="/ppt/notesSlides/notesSlide7.xml" Id="Rd9c32ca227ae4e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8ecc4782d64eba" /><Relationship Type="http://schemas.openxmlformats.org/officeDocument/2006/relationships/image" Target="/ppt/media/image8.jpeg" Id="R41b7ef13c7354b83" /><Relationship Type="http://schemas.openxmlformats.org/officeDocument/2006/relationships/notesSlide" Target="/ppt/notesSlides/notesSlide8.xml" Id="R0eeace28bfcb48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bd31f5d19d4dec" /><Relationship Type="http://schemas.openxmlformats.org/officeDocument/2006/relationships/image" Target="/ppt/media/image9.jpeg" Id="R2dca5ceb1f614f24" /><Relationship Type="http://schemas.openxmlformats.org/officeDocument/2006/relationships/notesSlide" Target="/ppt/notesSlides/notesSlide9.xml" Id="R636daff6fe184f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d3fab89dff49e9" /><Relationship Type="http://schemas.openxmlformats.org/officeDocument/2006/relationships/image" Target="/ppt/media/image10.jpeg" Id="R2e29a659d3274049" /><Relationship Type="http://schemas.openxmlformats.org/officeDocument/2006/relationships/notesSlide" Target="/ppt/notesSlides/notesSlide10.xml" Id="R768a1cc3335a44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4a9b83bec7459d" /><Relationship Type="http://schemas.openxmlformats.org/officeDocument/2006/relationships/image" Target="/ppt/media/image11.jpeg" Id="Rf2c733b4621f4586" /><Relationship Type="http://schemas.openxmlformats.org/officeDocument/2006/relationships/notesSlide" Target="/ppt/notesSlides/notesSlide11.xml" Id="Ra8e9f59b615447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730e04090b49e3" /><Relationship Type="http://schemas.openxmlformats.org/officeDocument/2006/relationships/image" Target="/ppt/media/image12.jpeg" Id="R953e75149cbc43aa" /><Relationship Type="http://schemas.openxmlformats.org/officeDocument/2006/relationships/notesSlide" Target="/ppt/notesSlides/notesSlide12.xml" Id="R86ef9be5116e4a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8f7fc15f99426b" /><Relationship Type="http://schemas.openxmlformats.org/officeDocument/2006/relationships/image" Target="/ppt/media/image13.jpeg" Id="Rc1e95fd2639c4274" /><Relationship Type="http://schemas.openxmlformats.org/officeDocument/2006/relationships/notesSlide" Target="/ppt/notesSlides/notesSlide13.xml" Id="R63d8d4ee5d154b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9678120d20460f" /><Relationship Type="http://schemas.openxmlformats.org/officeDocument/2006/relationships/image" Target="/ppt/media/image14.jpeg" Id="Rfcaf922b146244dc" /><Relationship Type="http://schemas.openxmlformats.org/officeDocument/2006/relationships/notesSlide" Target="/ppt/notesSlides/notesSlide14.xml" Id="Rcb2b699ce9434c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168EB-0910-4107-96CD-D64ECAFCBC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70bc4241e443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157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21D89-51A7-4B28-A08B-E0AB49641B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eb816547e4ae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238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12967-F32A-45B9-B46B-4EE0497653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422d742fc475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2813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74179-0C4F-4A54-959A-D850091185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ec19a1e384572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1835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C8EB1-CB3E-4029-AF72-08CC062533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a394cb87e443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2698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4D413-8225-4503-A1E8-4A536ADB02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fcbd8c0c144b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417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E45BD-0719-400F-AAFC-AD69C41CB4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04b276a064f8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9762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F82C3-0E29-4AEB-A3F9-A3F4294FEC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7ef13c7354b83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5014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B4887-7F4E-4A95-9198-1F1FAB5FB6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a5ceb1f614f2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2405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71D68-F3C6-4F94-95CC-2DCF4E8FE3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9a659d327404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90252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8BD0F-DA8E-47F3-A1CA-CDF428A27B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733b4621f4586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03180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25D66-013B-4A86-BF09-E214F9BF82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e75149cbc43aa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957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4B614-BB9A-4814-A1D5-03B452A9D7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95fd2639c427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22327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0D1D1-6DDB-4BC9-B46A-3D9CB532C0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f922b146244d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8532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2026-10-28T16:43:11.3350000Z</dcterms:created>
  <dcterms:modified xsi:type="dcterms:W3CDTF">2026-10-28T16:43:11.3350000Z</dcterms:modified>
</coreProperties>
</file>