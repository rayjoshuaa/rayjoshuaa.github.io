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e068d283954d2f" /><Relationship Type="http://schemas.openxmlformats.org/officeDocument/2006/relationships/extended-properties" Target="/docProps/app.xml" Id="R221a71763af14ebe" /><Relationship Type="http://schemas.openxmlformats.org/officeDocument/2006/relationships/officeDocument" Target="/ppt/presentation.xml" Id="R54f7be53ebc14f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99b98acd854bf5"/>
  </p:sldMasterIdLst>
  <p:notesMasterIdLst>
    <p:notesMasterId xmlns:r="http://schemas.openxmlformats.org/officeDocument/2006/relationships" r:id="R7b86c828ed6c4e56"/>
  </p:notesMasterIdLst>
  <p:sldIdLst>
    <p:sldId xmlns:r="http://schemas.openxmlformats.org/officeDocument/2006/relationships" id="256" r:id="Rb51b7b36373c4d7b"/>
    <p:sldId xmlns:r="http://schemas.openxmlformats.org/officeDocument/2006/relationships" id="257" r:id="R287df6a3a4234db4"/>
    <p:sldId xmlns:r="http://schemas.openxmlformats.org/officeDocument/2006/relationships" id="258" r:id="R94c991bfa48e4873"/>
    <p:sldId xmlns:r="http://schemas.openxmlformats.org/officeDocument/2006/relationships" id="259" r:id="Ree52dc7d78fb43aa"/>
    <p:sldId xmlns:r="http://schemas.openxmlformats.org/officeDocument/2006/relationships" id="260" r:id="R563732e526cb4836"/>
    <p:sldId xmlns:r="http://schemas.openxmlformats.org/officeDocument/2006/relationships" id="261" r:id="R74379123595d4850"/>
    <p:sldId xmlns:r="http://schemas.openxmlformats.org/officeDocument/2006/relationships" id="262" r:id="R6be4ff4eadeb472b"/>
    <p:sldId xmlns:r="http://schemas.openxmlformats.org/officeDocument/2006/relationships" id="263" r:id="Rad376031f2e84bfe"/>
    <p:sldId xmlns:r="http://schemas.openxmlformats.org/officeDocument/2006/relationships" id="264" r:id="Rf3936fb7bb35453c"/>
    <p:sldId xmlns:r="http://schemas.openxmlformats.org/officeDocument/2006/relationships" id="265" r:id="Re6d56c9daffb43cb"/>
    <p:sldId xmlns:r="http://schemas.openxmlformats.org/officeDocument/2006/relationships" id="266" r:id="R9c94a0ea970440b9"/>
    <p:sldId xmlns:r="http://schemas.openxmlformats.org/officeDocument/2006/relationships" id="267" r:id="Raf1a95249e0c4f9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fac9b05b0d448d" /><Relationship Type="http://schemas.openxmlformats.org/officeDocument/2006/relationships/slideMaster" Target="/ppt/slideMasters/slideMaster1.xml" Id="R5f99b98acd854bf5" /><Relationship Type="http://schemas.openxmlformats.org/officeDocument/2006/relationships/notesMaster" Target="/ppt/notesMasters/notesMaster1.xml" Id="R7b86c828ed6c4e56" /><Relationship Type="http://schemas.openxmlformats.org/officeDocument/2006/relationships/presProps" Target="/ppt/presProps.xml" Id="Rb510e42a6a04408f" /><Relationship Type="http://schemas.openxmlformats.org/officeDocument/2006/relationships/tableStyles" Target="/ppt/tableStyles.xml" Id="R87f397ec551d4b49" /><Relationship Type="http://schemas.openxmlformats.org/officeDocument/2006/relationships/slide" Target="/ppt/slides/slide1.xml" Id="Rb51b7b36373c4d7b" /><Relationship Type="http://schemas.openxmlformats.org/officeDocument/2006/relationships/slide" Target="/ppt/slides/slide2.xml" Id="R287df6a3a4234db4" /><Relationship Type="http://schemas.openxmlformats.org/officeDocument/2006/relationships/slide" Target="/ppt/slides/slide3.xml" Id="R94c991bfa48e4873" /><Relationship Type="http://schemas.openxmlformats.org/officeDocument/2006/relationships/slide" Target="/ppt/slides/slide4.xml" Id="Ree52dc7d78fb43aa" /><Relationship Type="http://schemas.openxmlformats.org/officeDocument/2006/relationships/slide" Target="/ppt/slides/slide5.xml" Id="R563732e526cb4836" /><Relationship Type="http://schemas.openxmlformats.org/officeDocument/2006/relationships/slide" Target="/ppt/slides/slide6.xml" Id="R74379123595d4850" /><Relationship Type="http://schemas.openxmlformats.org/officeDocument/2006/relationships/slide" Target="/ppt/slides/slide7.xml" Id="R6be4ff4eadeb472b" /><Relationship Type="http://schemas.openxmlformats.org/officeDocument/2006/relationships/slide" Target="/ppt/slides/slide8.xml" Id="Rad376031f2e84bfe" /><Relationship Type="http://schemas.openxmlformats.org/officeDocument/2006/relationships/slide" Target="/ppt/slides/slide9.xml" Id="Rf3936fb7bb35453c" /><Relationship Type="http://schemas.openxmlformats.org/officeDocument/2006/relationships/slide" Target="/ppt/slides/slide10.xml" Id="Re6d56c9daffb43cb" /><Relationship Type="http://schemas.openxmlformats.org/officeDocument/2006/relationships/slide" Target="/ppt/slides/slide11.xml" Id="R9c94a0ea970440b9" /><Relationship Type="http://schemas.openxmlformats.org/officeDocument/2006/relationships/slide" Target="/ppt/slides/slide12.xml" Id="Raf1a95249e0c4f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19a32707df4f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827545bf8a4ad2" /><Relationship Type="http://schemas.openxmlformats.org/officeDocument/2006/relationships/notesMaster" Target="/ppt/notesMasters/notesMaster1.xml" Id="Rf62d00caea5844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f3014996524ad4" /><Relationship Type="http://schemas.openxmlformats.org/officeDocument/2006/relationships/notesMaster" Target="/ppt/notesMasters/notesMaster1.xml" Id="Rad1c80b83c7e41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5cbb9ab5254f02" /><Relationship Type="http://schemas.openxmlformats.org/officeDocument/2006/relationships/notesMaster" Target="/ppt/notesMasters/notesMaster1.xml" Id="R7bf3571d66b742b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8c4aab1896447d" /><Relationship Type="http://schemas.openxmlformats.org/officeDocument/2006/relationships/notesMaster" Target="/ppt/notesMasters/notesMaster1.xml" Id="Rda6826315e494a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f37e8de9c04148" /><Relationship Type="http://schemas.openxmlformats.org/officeDocument/2006/relationships/notesMaster" Target="/ppt/notesMasters/notesMaster1.xml" Id="Rb1d4f56e81114a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7ec71f57844a2b" /><Relationship Type="http://schemas.openxmlformats.org/officeDocument/2006/relationships/notesMaster" Target="/ppt/notesMasters/notesMaster1.xml" Id="R70b84276dbe944c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cf8f0a7e90457d" /><Relationship Type="http://schemas.openxmlformats.org/officeDocument/2006/relationships/notesMaster" Target="/ppt/notesMasters/notesMaster1.xml" Id="Rdac8a702dbd745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13fb27e79bc4efc" /><Relationship Type="http://schemas.openxmlformats.org/officeDocument/2006/relationships/notesMaster" Target="/ppt/notesMasters/notesMaster1.xml" Id="Rca00a7bc9b5b473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cdfa9224ad940cd" /><Relationship Type="http://schemas.openxmlformats.org/officeDocument/2006/relationships/notesMaster" Target="/ppt/notesMasters/notesMaster1.xml" Id="Ra8203444584b4db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ee40fb7626540aa" /><Relationship Type="http://schemas.openxmlformats.org/officeDocument/2006/relationships/notesMaster" Target="/ppt/notesMasters/notesMaster1.xml" Id="Re9d01f9f996b496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cc27113a881457a" /><Relationship Type="http://schemas.openxmlformats.org/officeDocument/2006/relationships/notesMaster" Target="/ppt/notesMasters/notesMaster1.xml" Id="Re817994b84c14d8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2e38f2043ac47b7" /><Relationship Type="http://schemas.openxmlformats.org/officeDocument/2006/relationships/notesMaster" Target="/ppt/notesMasters/notesMaster1.xml" Id="R4242848f3f534a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e1f0f9e553401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47d11fc1724ab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fce1f7df8b467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9202a1259c479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8830c860fc4d6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e941a6a3e44f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1647293-CF7D-4CA0-BC1B-B0E0A5D38D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76F8BDA-EED1-4259-AE1E-4B87029E73E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C519903-DAE7-4F0A-A071-B392E4AEA6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E956244-0217-496A-9BCB-70A324689E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BA24F5A-FC95-46EF-A1CF-299BCA7B13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92D7C51-0F09-42C9-BAE7-E45480B528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8FF8D42-6672-47F1-AD74-CC2681193D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CD62C78-35AA-400B-BA70-40F0E3F3243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D4259D6-F857-4335-8E82-6361BB92D3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42D0633-2E13-447F-8483-580627DD22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69d5b26f964698" /><Relationship Type="http://schemas.openxmlformats.org/officeDocument/2006/relationships/slideLayout" Target="/ppt/slideLayouts/slideLayout1.xml" Id="R3535e1b916a9429c" /><Relationship Type="http://schemas.openxmlformats.org/officeDocument/2006/relationships/slideLayout" Target="/ppt/slideLayouts/slideLayout2.xml" Id="Rf85aa91cfde044e5" /><Relationship Type="http://schemas.openxmlformats.org/officeDocument/2006/relationships/slideLayout" Target="/ppt/slideLayouts/slideLayout3.xml" Id="Rfcecdd2888b645b7" /><Relationship Type="http://schemas.openxmlformats.org/officeDocument/2006/relationships/slideLayout" Target="/ppt/slideLayouts/slideLayout4.xml" Id="R15cef7e6c20a495d" /><Relationship Type="http://schemas.openxmlformats.org/officeDocument/2006/relationships/slideLayout" Target="/ppt/slideLayouts/slideLayout5.xml" Id="R0335ff8973714108" /><Relationship Type="http://schemas.openxmlformats.org/officeDocument/2006/relationships/slideLayout" Target="/ppt/slideLayouts/slideLayout6.xml" Id="Rdefba72f89a34f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35e1b916a9429c"/>
    <p:sldLayoutId xmlns:r="http://schemas.openxmlformats.org/officeDocument/2006/relationships" id="2147483650" r:id="Rf85aa91cfde044e5"/>
    <p:sldLayoutId xmlns:r="http://schemas.openxmlformats.org/officeDocument/2006/relationships" id="2147483651" r:id="Rfcecdd2888b645b7"/>
    <p:sldLayoutId xmlns:r="http://schemas.openxmlformats.org/officeDocument/2006/relationships" id="2147483652" r:id="R15cef7e6c20a495d"/>
    <p:sldLayoutId xmlns:r="http://schemas.openxmlformats.org/officeDocument/2006/relationships" id="2147483653" r:id="R0335ff8973714108"/>
    <p:sldLayoutId xmlns:r="http://schemas.openxmlformats.org/officeDocument/2006/relationships" id="2147483654" r:id="Rdefba72f89a34f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b9f750dc8f48d4" /><Relationship Type="http://schemas.openxmlformats.org/officeDocument/2006/relationships/image" Target="/ppt/media/image.jpeg" Id="R326627fd212b4901" /><Relationship Type="http://schemas.openxmlformats.org/officeDocument/2006/relationships/notesSlide" Target="/ppt/notesSlides/notesSlide1.xml" Id="R5102bf18851747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a0f272e6e045b7" /><Relationship Type="http://schemas.openxmlformats.org/officeDocument/2006/relationships/image" Target="/ppt/media/image2.jpeg" Id="R0a1f751eee73411a" /><Relationship Type="http://schemas.openxmlformats.org/officeDocument/2006/relationships/notesSlide" Target="/ppt/notesSlides/notesSlide2.xml" Id="R8544e9b4b33b48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7167c5ef6746ff" /><Relationship Type="http://schemas.openxmlformats.org/officeDocument/2006/relationships/image" Target="/ppt/media/image3.jpeg" Id="R85f54d51c19943bc" /><Relationship Type="http://schemas.openxmlformats.org/officeDocument/2006/relationships/notesSlide" Target="/ppt/notesSlides/notesSlide3.xml" Id="R049bdb1e28264c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5370bfa99f460d" /><Relationship Type="http://schemas.openxmlformats.org/officeDocument/2006/relationships/image" Target="/ppt/media/image4.jpeg" Id="Re7fbbb7b40674b48" /><Relationship Type="http://schemas.openxmlformats.org/officeDocument/2006/relationships/notesSlide" Target="/ppt/notesSlides/notesSlide4.xml" Id="R1b267394baa54b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5c062e1dd34d39" /><Relationship Type="http://schemas.openxmlformats.org/officeDocument/2006/relationships/image" Target="/ppt/media/image5.jpeg" Id="Rd1d17d32b1dc416c" /><Relationship Type="http://schemas.openxmlformats.org/officeDocument/2006/relationships/notesSlide" Target="/ppt/notesSlides/notesSlide5.xml" Id="R116bef55fabd46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95432d3ac64f61" /><Relationship Type="http://schemas.openxmlformats.org/officeDocument/2006/relationships/image" Target="/ppt/media/image6.jpeg" Id="Rf7461a72a9014c76" /><Relationship Type="http://schemas.openxmlformats.org/officeDocument/2006/relationships/notesSlide" Target="/ppt/notesSlides/notesSlide6.xml" Id="Rc735be40f3ec4a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a7065a77a64362" /><Relationship Type="http://schemas.openxmlformats.org/officeDocument/2006/relationships/image" Target="/ppt/media/image7.jpeg" Id="R0088b171137944cc" /><Relationship Type="http://schemas.openxmlformats.org/officeDocument/2006/relationships/notesSlide" Target="/ppt/notesSlides/notesSlide7.xml" Id="Rc792b741dff140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0ff58a601744ec" /><Relationship Type="http://schemas.openxmlformats.org/officeDocument/2006/relationships/image" Target="/ppt/media/image8.jpeg" Id="R8fc73867128e4a91" /><Relationship Type="http://schemas.openxmlformats.org/officeDocument/2006/relationships/notesSlide" Target="/ppt/notesSlides/notesSlide8.xml" Id="Rfe3ca3f9c1994e7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18df40ad7b4cba" /><Relationship Type="http://schemas.openxmlformats.org/officeDocument/2006/relationships/image" Target="/ppt/media/image9.jpeg" Id="Rbd290af5d554436b" /><Relationship Type="http://schemas.openxmlformats.org/officeDocument/2006/relationships/notesSlide" Target="/ppt/notesSlides/notesSlide9.xml" Id="R121a7f6da5084bd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5e2fcf27d44ae0" /><Relationship Type="http://schemas.openxmlformats.org/officeDocument/2006/relationships/image" Target="/ppt/media/image10.jpeg" Id="R4c1d503b19e149d0" /><Relationship Type="http://schemas.openxmlformats.org/officeDocument/2006/relationships/notesSlide" Target="/ppt/notesSlides/notesSlide10.xml" Id="Rbfd35fffe4fd48c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a81ac479e149d4" /><Relationship Type="http://schemas.openxmlformats.org/officeDocument/2006/relationships/image" Target="/ppt/media/image11.jpeg" Id="R169d1fb62eca42d2" /><Relationship Type="http://schemas.openxmlformats.org/officeDocument/2006/relationships/notesSlide" Target="/ppt/notesSlides/notesSlide11.xml" Id="R725f54781c334be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294fcd2e464cfa" /><Relationship Type="http://schemas.openxmlformats.org/officeDocument/2006/relationships/image" Target="/ppt/media/image12.jpeg" Id="R15430163f8ff4600" /><Relationship Type="http://schemas.openxmlformats.org/officeDocument/2006/relationships/notesSlide" Target="/ppt/notesSlides/notesSlide12.xml" Id="Rf29d36f88840441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E25693-7A85-4FA0-A52F-C84C1024E3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6627fd212b4901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161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182E72-98E7-40F7-9521-B080E72776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1f751eee73411a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373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EF5CCC-2E98-4F09-AFCC-3E5E2399E1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f54d51c19943bc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30895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1AEC0D-A2C3-4B9D-B2EF-97AE3D81D6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fbbb7b40674b48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10797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23252E-ED5C-4DD9-8607-4098ED161C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d17d32b1dc416c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43958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77FA87-1485-4370-9086-170DAD4689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461a72a9014c76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63514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624A12-8A3E-4E6E-AC2F-5FC38143F0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88b171137944cc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09999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B60D74-BC70-4894-9F19-B5C82031CF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c73867128e4a91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37607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243528-11A1-4298-BF42-6B3B5A22AC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290af5d554436b"/>
          <a:stretch xmlns:a="http://schemas.openxmlformats.org/drawingml/2006/main"/>
        </p:blipFill>
        <p:spPr>
          <a:xfrm xmlns:a="http://schemas.openxmlformats.org/drawingml/2006/main">
            <a:off x="0" y="1823"/>
            <a:ext cx="12192000" cy="685435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79839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EDD92E-0EAD-42CC-B9CD-7975F9961A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1d503b19e149d0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3209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2DBB5E-82AD-47A9-80F2-0336D20ECF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9d1fb62eca42d2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40293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1F1646-9798-490F-BA57-3A0CCF1E5D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430163f8ff4600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8091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2026-10-28T16:31:36.4310000Z</dcterms:created>
  <dcterms:modified xsi:type="dcterms:W3CDTF">2026-10-28T16:31:36.4310000Z</dcterms:modified>
</coreProperties>
</file>